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41_F4F1F3BD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3"/>
  </p:notesMasterIdLst>
  <p:handoutMasterIdLst>
    <p:handoutMasterId r:id="rId44"/>
  </p:handoutMasterIdLst>
  <p:sldIdLst>
    <p:sldId id="324" r:id="rId5"/>
    <p:sldId id="257" r:id="rId6"/>
    <p:sldId id="279" r:id="rId7"/>
    <p:sldId id="306" r:id="rId8"/>
    <p:sldId id="293" r:id="rId9"/>
    <p:sldId id="280" r:id="rId10"/>
    <p:sldId id="281" r:id="rId11"/>
    <p:sldId id="283" r:id="rId12"/>
    <p:sldId id="318" r:id="rId13"/>
    <p:sldId id="285" r:id="rId14"/>
    <p:sldId id="282" r:id="rId15"/>
    <p:sldId id="284" r:id="rId16"/>
    <p:sldId id="294" r:id="rId17"/>
    <p:sldId id="286" r:id="rId18"/>
    <p:sldId id="287" r:id="rId19"/>
    <p:sldId id="302" r:id="rId20"/>
    <p:sldId id="303" r:id="rId21"/>
    <p:sldId id="315" r:id="rId22"/>
    <p:sldId id="316" r:id="rId23"/>
    <p:sldId id="301" r:id="rId24"/>
    <p:sldId id="307" r:id="rId25"/>
    <p:sldId id="304" r:id="rId26"/>
    <p:sldId id="288" r:id="rId27"/>
    <p:sldId id="275" r:id="rId28"/>
    <p:sldId id="264" r:id="rId29"/>
    <p:sldId id="270" r:id="rId30"/>
    <p:sldId id="276" r:id="rId31"/>
    <p:sldId id="317" r:id="rId32"/>
    <p:sldId id="277" r:id="rId33"/>
    <p:sldId id="274" r:id="rId34"/>
    <p:sldId id="289" r:id="rId35"/>
    <p:sldId id="310" r:id="rId36"/>
    <p:sldId id="311" r:id="rId37"/>
    <p:sldId id="312" r:id="rId38"/>
    <p:sldId id="319" r:id="rId39"/>
    <p:sldId id="321" r:id="rId40"/>
    <p:sldId id="313" r:id="rId41"/>
    <p:sldId id="314" r:id="rId42"/>
  </p:sldIdLst>
  <p:sldSz cx="9144000" cy="6858000" type="screen4x3"/>
  <p:notesSz cx="6794500" cy="9906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874327-DF90-FCC7-57C2-DFDAAF3BD45B}" name="Siva Ariram" initials="SA" userId="S::sariram@univ.yo.oulu.fi::9397c86e-09ae-47ef-9797-aaaf9e64ae10" providerId="AD"/>
  <p188:author id="{32C55567-C8B1-93EC-6C7D-06CCA10F54C7}" name="Antti Tikanmäki" initials="" userId="S::tikanmak@univ.yo.oulu.fi::5fb18153-058f-49a7-8d81-031df44fbf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5DA0D-8377-4435-B18A-240EA6C74021}" v="402" dt="2026-01-07T19:40:19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70" autoAdjust="0"/>
  </p:normalViewPr>
  <p:slideViewPr>
    <p:cSldViewPr>
      <p:cViewPr varScale="1">
        <p:scale>
          <a:sx n="120" d="100"/>
          <a:sy n="120" d="100"/>
        </p:scale>
        <p:origin x="13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Ariram" userId="9397c86e-09ae-47ef-9797-aaaf9e64ae10" providerId="ADAL" clId="{C8ECA1FA-17ED-4B16-92B3-E6EEF9A8A559}"/>
    <pc:docChg chg="undo custSel addSld delSld modSld sldOrd">
      <pc:chgData name="Siva Ariram" userId="9397c86e-09ae-47ef-9797-aaaf9e64ae10" providerId="ADAL" clId="{C8ECA1FA-17ED-4B16-92B3-E6EEF9A8A559}" dt="2026-01-07T20:10:47.284" v="1638" actId="2696"/>
      <pc:docMkLst>
        <pc:docMk/>
      </pc:docMkLst>
      <pc:sldChg chg="addSp delSp modSp del mod">
        <pc:chgData name="Siva Ariram" userId="9397c86e-09ae-47ef-9797-aaaf9e64ae10" providerId="ADAL" clId="{C8ECA1FA-17ED-4B16-92B3-E6EEF9A8A559}" dt="2026-01-07T18:58:23.045" v="971" actId="2696"/>
        <pc:sldMkLst>
          <pc:docMk/>
          <pc:sldMk cId="0" sldId="256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56"/>
            <ac:spMk id="3075" creationId="{75CAE37A-6AAF-4CBB-BC7B-60DCCF41D862}"/>
          </ac:spMkLst>
        </pc:spChg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56"/>
            <ac:spMk id="3076" creationId="{5AEF8A3C-2FF4-42A0-981C-9F9CE11BA49B}"/>
          </ac:spMkLst>
        </pc:spChg>
        <pc:picChg chg="add del mod">
          <ac:chgData name="Siva Ariram" userId="9397c86e-09ae-47ef-9797-aaaf9e64ae10" providerId="ADAL" clId="{C8ECA1FA-17ED-4B16-92B3-E6EEF9A8A559}" dt="2026-01-07T18:50:52.932" v="952" actId="478"/>
          <ac:picMkLst>
            <pc:docMk/>
            <pc:sldMk cId="0" sldId="256"/>
            <ac:picMk id="3" creationId="{FBAD5B77-773C-4658-7E63-360BA6272E6C}"/>
          </ac:picMkLst>
        </pc:picChg>
        <pc:picChg chg="mod">
          <ac:chgData name="Siva Ariram" userId="9397c86e-09ae-47ef-9797-aaaf9e64ae10" providerId="ADAL" clId="{C8ECA1FA-17ED-4B16-92B3-E6EEF9A8A559}" dt="2026-01-07T18:47:09.737" v="927"/>
          <ac:picMkLst>
            <pc:docMk/>
            <pc:sldMk cId="0" sldId="256"/>
            <ac:picMk id="3074" creationId="{06B3A8E6-1C5A-4A90-A3B5-EC9C902BA282}"/>
          </ac:picMkLst>
        </pc:picChg>
      </pc:sldChg>
      <pc:sldChg chg="addSp modSp mod">
        <pc:chgData name="Siva Ariram" userId="9397c86e-09ae-47ef-9797-aaaf9e64ae10" providerId="ADAL" clId="{C8ECA1FA-17ED-4B16-92B3-E6EEF9A8A559}" dt="2026-01-07T19:43:32.078" v="1502" actId="20577"/>
        <pc:sldMkLst>
          <pc:docMk/>
          <pc:sldMk cId="0" sldId="257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57"/>
            <ac:spMk id="4098" creationId="{A32A1E9E-33EF-4981-AE5D-130AF87051B4}"/>
          </ac:spMkLst>
        </pc:spChg>
        <pc:spChg chg="mod">
          <ac:chgData name="Siva Ariram" userId="9397c86e-09ae-47ef-9797-aaaf9e64ae10" providerId="ADAL" clId="{C8ECA1FA-17ED-4B16-92B3-E6EEF9A8A559}" dt="2026-01-07T19:43:32.078" v="1502" actId="20577"/>
          <ac:spMkLst>
            <pc:docMk/>
            <pc:sldMk cId="0" sldId="257"/>
            <ac:spMk id="4099" creationId="{18D15F1C-AFD3-4A96-93CF-2837FA381532}"/>
          </ac:spMkLst>
        </pc:spChg>
        <pc:picChg chg="add mod">
          <ac:chgData name="Siva Ariram" userId="9397c86e-09ae-47ef-9797-aaaf9e64ae10" providerId="ADAL" clId="{C8ECA1FA-17ED-4B16-92B3-E6EEF9A8A559}" dt="2026-01-07T19:02:49.401" v="985" actId="14100"/>
          <ac:picMkLst>
            <pc:docMk/>
            <pc:sldMk cId="0" sldId="257"/>
            <ac:picMk id="5" creationId="{D5BDA866-A518-27BF-5E48-92F552721541}"/>
          </ac:picMkLst>
        </pc:picChg>
      </pc:sldChg>
      <pc:sldChg chg="addSp modSp mod">
        <pc:chgData name="Siva Ariram" userId="9397c86e-09ae-47ef-9797-aaaf9e64ae10" providerId="ADAL" clId="{C8ECA1FA-17ED-4B16-92B3-E6EEF9A8A559}" dt="2026-01-07T19:44:10.350" v="1510" actId="113"/>
        <pc:sldMkLst>
          <pc:docMk/>
          <pc:sldMk cId="0" sldId="264"/>
        </pc:sldMkLst>
        <pc:spChg chg="mod">
          <ac:chgData name="Siva Ariram" userId="9397c86e-09ae-47ef-9797-aaaf9e64ae10" providerId="ADAL" clId="{C8ECA1FA-17ED-4B16-92B3-E6EEF9A8A559}" dt="2026-01-07T19:44:10.350" v="1510" actId="113"/>
          <ac:spMkLst>
            <pc:docMk/>
            <pc:sldMk cId="0" sldId="264"/>
            <ac:spMk id="19460" creationId="{A6A40339-0472-4461-9787-51736DA5E0AC}"/>
          </ac:spMkLst>
        </pc:spChg>
        <pc:picChg chg="add mod">
          <ac:chgData name="Siva Ariram" userId="9397c86e-09ae-47ef-9797-aaaf9e64ae10" providerId="ADAL" clId="{C8ECA1FA-17ED-4B16-92B3-E6EEF9A8A559}" dt="2026-01-07T19:04:08.197" v="1015"/>
          <ac:picMkLst>
            <pc:docMk/>
            <pc:sldMk cId="0" sldId="264"/>
            <ac:picMk id="4" creationId="{FAD7EAC0-2FC9-C118-373B-0A0D065C165D}"/>
          </ac:picMkLst>
        </pc:picChg>
      </pc:sldChg>
      <pc:sldChg chg="addSp modSp mod">
        <pc:chgData name="Siva Ariram" userId="9397c86e-09ae-47ef-9797-aaaf9e64ae10" providerId="ADAL" clId="{C8ECA1FA-17ED-4B16-92B3-E6EEF9A8A559}" dt="2026-01-07T19:04:10.108" v="1016"/>
        <pc:sldMkLst>
          <pc:docMk/>
          <pc:sldMk cId="0" sldId="270"/>
        </pc:sldMkLst>
        <pc:spChg chg="mod">
          <ac:chgData name="Siva Ariram" userId="9397c86e-09ae-47ef-9797-aaaf9e64ae10" providerId="ADAL" clId="{C8ECA1FA-17ED-4B16-92B3-E6EEF9A8A559}" dt="2026-01-07T18:49:08.076" v="943" actId="27636"/>
          <ac:spMkLst>
            <pc:docMk/>
            <pc:sldMk cId="0" sldId="270"/>
            <ac:spMk id="20484" creationId="{24131CE9-C907-40DF-9342-A61B3BF71AEC}"/>
          </ac:spMkLst>
        </pc:spChg>
        <pc:picChg chg="add mod">
          <ac:chgData name="Siva Ariram" userId="9397c86e-09ae-47ef-9797-aaaf9e64ae10" providerId="ADAL" clId="{C8ECA1FA-17ED-4B16-92B3-E6EEF9A8A559}" dt="2026-01-07T19:04:10.108" v="1016"/>
          <ac:picMkLst>
            <pc:docMk/>
            <pc:sldMk cId="0" sldId="270"/>
            <ac:picMk id="4" creationId="{9435F10A-C326-0A48-3B2E-6742E938D28F}"/>
          </ac:picMkLst>
        </pc:picChg>
      </pc:sldChg>
      <pc:sldChg chg="addSp modSp mod">
        <pc:chgData name="Siva Ariram" userId="9397c86e-09ae-47ef-9797-aaaf9e64ae10" providerId="ADAL" clId="{C8ECA1FA-17ED-4B16-92B3-E6EEF9A8A559}" dt="2026-01-07T19:47:35.429" v="1513" actId="20577"/>
        <pc:sldMkLst>
          <pc:docMk/>
          <pc:sldMk cId="0" sldId="274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74"/>
            <ac:spMk id="23554" creationId="{88B568B2-8BB9-4344-8EB8-E13D1525F67A}"/>
          </ac:spMkLst>
        </pc:spChg>
        <pc:spChg chg="mod">
          <ac:chgData name="Siva Ariram" userId="9397c86e-09ae-47ef-9797-aaaf9e64ae10" providerId="ADAL" clId="{C8ECA1FA-17ED-4B16-92B3-E6EEF9A8A559}" dt="2026-01-07T19:47:35.429" v="1513" actId="20577"/>
          <ac:spMkLst>
            <pc:docMk/>
            <pc:sldMk cId="0" sldId="274"/>
            <ac:spMk id="23555" creationId="{6376B09F-B321-472C-B6A3-A5F398A55650}"/>
          </ac:spMkLst>
        </pc:spChg>
        <pc:picChg chg="add mod">
          <ac:chgData name="Siva Ariram" userId="9397c86e-09ae-47ef-9797-aaaf9e64ae10" providerId="ADAL" clId="{C8ECA1FA-17ED-4B16-92B3-E6EEF9A8A559}" dt="2026-01-07T19:04:22.141" v="1020"/>
          <ac:picMkLst>
            <pc:docMk/>
            <pc:sldMk cId="0" sldId="274"/>
            <ac:picMk id="4" creationId="{09CD9C30-6B0F-CB62-E0C5-34A9E072E24B}"/>
          </ac:picMkLst>
        </pc:picChg>
      </pc:sldChg>
      <pc:sldChg chg="addSp modSp mod">
        <pc:chgData name="Siva Ariram" userId="9397c86e-09ae-47ef-9797-aaaf9e64ae10" providerId="ADAL" clId="{C8ECA1FA-17ED-4B16-92B3-E6EEF9A8A559}" dt="2026-01-07T19:42:57.895" v="1499" actId="20577"/>
        <pc:sldMkLst>
          <pc:docMk/>
          <pc:sldMk cId="0" sldId="275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75"/>
            <ac:spMk id="18434" creationId="{D91DE809-18DD-46E1-8880-8532D75C8837}"/>
          </ac:spMkLst>
        </pc:spChg>
        <pc:spChg chg="mod">
          <ac:chgData name="Siva Ariram" userId="9397c86e-09ae-47ef-9797-aaaf9e64ae10" providerId="ADAL" clId="{C8ECA1FA-17ED-4B16-92B3-E6EEF9A8A559}" dt="2026-01-07T19:42:57.895" v="1499" actId="20577"/>
          <ac:spMkLst>
            <pc:docMk/>
            <pc:sldMk cId="0" sldId="275"/>
            <ac:spMk id="18435" creationId="{F3A2009C-0774-43FE-881D-AB3C17F4473B}"/>
          </ac:spMkLst>
        </pc:spChg>
        <pc:picChg chg="add mod">
          <ac:chgData name="Siva Ariram" userId="9397c86e-09ae-47ef-9797-aaaf9e64ae10" providerId="ADAL" clId="{C8ECA1FA-17ED-4B16-92B3-E6EEF9A8A559}" dt="2026-01-07T19:04:06.351" v="1014"/>
          <ac:picMkLst>
            <pc:docMk/>
            <pc:sldMk cId="0" sldId="275"/>
            <ac:picMk id="4" creationId="{0B707414-3A7B-1107-4B1D-7E7162B439E5}"/>
          </ac:picMkLst>
        </pc:picChg>
      </pc:sldChg>
      <pc:sldChg chg="addSp modSp mod">
        <pc:chgData name="Siva Ariram" userId="9397c86e-09ae-47ef-9797-aaaf9e64ae10" providerId="ADAL" clId="{C8ECA1FA-17ED-4B16-92B3-E6EEF9A8A559}" dt="2026-01-07T19:09:56.550" v="1111" actId="20577"/>
        <pc:sldMkLst>
          <pc:docMk/>
          <pc:sldMk cId="0" sldId="276"/>
        </pc:sldMkLst>
        <pc:spChg chg="mod">
          <ac:chgData name="Siva Ariram" userId="9397c86e-09ae-47ef-9797-aaaf9e64ae10" providerId="ADAL" clId="{C8ECA1FA-17ED-4B16-92B3-E6EEF9A8A559}" dt="2026-01-07T19:09:56.550" v="1111" actId="20577"/>
          <ac:spMkLst>
            <pc:docMk/>
            <pc:sldMk cId="0" sldId="276"/>
            <ac:spMk id="21507" creationId="{CFE7E1DC-E1AC-42D7-854F-F376B2DB2B5D}"/>
          </ac:spMkLst>
        </pc:spChg>
        <pc:picChg chg="add mod">
          <ac:chgData name="Siva Ariram" userId="9397c86e-09ae-47ef-9797-aaaf9e64ae10" providerId="ADAL" clId="{C8ECA1FA-17ED-4B16-92B3-E6EEF9A8A559}" dt="2026-01-07T19:04:11.581" v="1017"/>
          <ac:picMkLst>
            <pc:docMk/>
            <pc:sldMk cId="0" sldId="276"/>
            <ac:picMk id="4" creationId="{1E3750E0-F63C-0DA4-DA3D-6FA80D836AB8}"/>
          </ac:picMkLst>
        </pc:picChg>
      </pc:sldChg>
      <pc:sldChg chg="addSp modSp mod">
        <pc:chgData name="Siva Ariram" userId="9397c86e-09ae-47ef-9797-aaaf9e64ae10" providerId="ADAL" clId="{C8ECA1FA-17ED-4B16-92B3-E6EEF9A8A559}" dt="2026-01-07T19:05:53.745" v="1055" actId="20577"/>
        <pc:sldMkLst>
          <pc:docMk/>
          <pc:sldMk cId="0" sldId="277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77"/>
            <ac:spMk id="22530" creationId="{B96A56F7-200A-401A-9453-CCB94695F25C}"/>
          </ac:spMkLst>
        </pc:spChg>
        <pc:spChg chg="mod">
          <ac:chgData name="Siva Ariram" userId="9397c86e-09ae-47ef-9797-aaaf9e64ae10" providerId="ADAL" clId="{C8ECA1FA-17ED-4B16-92B3-E6EEF9A8A559}" dt="2026-01-07T19:05:53.745" v="1055" actId="20577"/>
          <ac:spMkLst>
            <pc:docMk/>
            <pc:sldMk cId="0" sldId="277"/>
            <ac:spMk id="22531" creationId="{D33DD963-F2FC-40E9-854E-21D107438521}"/>
          </ac:spMkLst>
        </pc:spChg>
        <pc:picChg chg="add mod">
          <ac:chgData name="Siva Ariram" userId="9397c86e-09ae-47ef-9797-aaaf9e64ae10" providerId="ADAL" clId="{C8ECA1FA-17ED-4B16-92B3-E6EEF9A8A559}" dt="2026-01-07T19:04:19.559" v="1019"/>
          <ac:picMkLst>
            <pc:docMk/>
            <pc:sldMk cId="0" sldId="277"/>
            <ac:picMk id="4" creationId="{3EF3B665-129F-C2FA-96EA-52B8181B7CD7}"/>
          </ac:picMkLst>
        </pc:picChg>
      </pc:sldChg>
      <pc:sldChg chg="addSp delSp modSp mod">
        <pc:chgData name="Siva Ariram" userId="9397c86e-09ae-47ef-9797-aaaf9e64ae10" providerId="ADAL" clId="{C8ECA1FA-17ED-4B16-92B3-E6EEF9A8A559}" dt="2026-01-07T19:02:54.717" v="987"/>
        <pc:sldMkLst>
          <pc:docMk/>
          <pc:sldMk cId="0" sldId="279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79"/>
            <ac:spMk id="5122" creationId="{7286B402-16F2-44F1-BB4B-8F36FF068047}"/>
          </ac:spMkLst>
        </pc:spChg>
        <pc:picChg chg="add del mod">
          <ac:chgData name="Siva Ariram" userId="9397c86e-09ae-47ef-9797-aaaf9e64ae10" providerId="ADAL" clId="{C8ECA1FA-17ED-4B16-92B3-E6EEF9A8A559}" dt="2026-01-07T19:02:53.401" v="986" actId="478"/>
          <ac:picMkLst>
            <pc:docMk/>
            <pc:sldMk cId="0" sldId="279"/>
            <ac:picMk id="4" creationId="{D6FD5125-71AC-CB31-C228-115A7D341120}"/>
          </ac:picMkLst>
        </pc:picChg>
        <pc:picChg chg="add mod">
          <ac:chgData name="Siva Ariram" userId="9397c86e-09ae-47ef-9797-aaaf9e64ae10" providerId="ADAL" clId="{C8ECA1FA-17ED-4B16-92B3-E6EEF9A8A559}" dt="2026-01-07T19:02:54.717" v="987"/>
          <ac:picMkLst>
            <pc:docMk/>
            <pc:sldMk cId="0" sldId="279"/>
            <ac:picMk id="5" creationId="{100F1B1D-AACD-5BAB-56B1-666118CA87BC}"/>
          </ac:picMkLst>
        </pc:picChg>
      </pc:sldChg>
      <pc:sldChg chg="addSp modSp">
        <pc:chgData name="Siva Ariram" userId="9397c86e-09ae-47ef-9797-aaaf9e64ae10" providerId="ADAL" clId="{C8ECA1FA-17ED-4B16-92B3-E6EEF9A8A559}" dt="2026-01-07T19:03:18.387" v="992"/>
        <pc:sldMkLst>
          <pc:docMk/>
          <pc:sldMk cId="0" sldId="280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80"/>
            <ac:spMk id="7170" creationId="{298F4374-6682-464E-9F59-EEBCEDF72CB9}"/>
          </ac:spMkLst>
        </pc:spChg>
        <pc:picChg chg="add mod">
          <ac:chgData name="Siva Ariram" userId="9397c86e-09ae-47ef-9797-aaaf9e64ae10" providerId="ADAL" clId="{C8ECA1FA-17ED-4B16-92B3-E6EEF9A8A559}" dt="2026-01-07T19:03:18.387" v="992"/>
          <ac:picMkLst>
            <pc:docMk/>
            <pc:sldMk cId="0" sldId="280"/>
            <ac:picMk id="4" creationId="{2B7A84C3-4779-357A-7940-428655B03F7C}"/>
          </ac:picMkLst>
        </pc:picChg>
      </pc:sldChg>
      <pc:sldChg chg="addSp modSp mod">
        <pc:chgData name="Siva Ariram" userId="9397c86e-09ae-47ef-9797-aaaf9e64ae10" providerId="ADAL" clId="{C8ECA1FA-17ED-4B16-92B3-E6EEF9A8A559}" dt="2026-01-07T19:03:24.683" v="997" actId="1036"/>
        <pc:sldMkLst>
          <pc:docMk/>
          <pc:sldMk cId="0" sldId="281"/>
        </pc:sldMkLst>
        <pc:picChg chg="add mod">
          <ac:chgData name="Siva Ariram" userId="9397c86e-09ae-47ef-9797-aaaf9e64ae10" providerId="ADAL" clId="{C8ECA1FA-17ED-4B16-92B3-E6EEF9A8A559}" dt="2026-01-07T19:03:24.683" v="997" actId="1036"/>
          <ac:picMkLst>
            <pc:docMk/>
            <pc:sldMk cId="0" sldId="281"/>
            <ac:picMk id="4" creationId="{ABD5AD9E-2309-BEE9-75E6-68CA38A70938}"/>
          </ac:picMkLst>
        </pc:picChg>
      </pc:sldChg>
      <pc:sldChg chg="addSp modSp mod">
        <pc:chgData name="Siva Ariram" userId="9397c86e-09ae-47ef-9797-aaaf9e64ae10" providerId="ADAL" clId="{C8ECA1FA-17ED-4B16-92B3-E6EEF9A8A559}" dt="2026-01-07T19:03:34.343" v="1001"/>
        <pc:sldMkLst>
          <pc:docMk/>
          <pc:sldMk cId="0" sldId="282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82"/>
            <ac:spMk id="11266" creationId="{ACB31EC7-76CB-493F-8824-53A83C376B95}"/>
          </ac:spMkLst>
        </pc:spChg>
        <pc:spChg chg="mod">
          <ac:chgData name="Siva Ariram" userId="9397c86e-09ae-47ef-9797-aaaf9e64ae10" providerId="ADAL" clId="{C8ECA1FA-17ED-4B16-92B3-E6EEF9A8A559}" dt="2026-01-07T18:49:07.989" v="939" actId="27636"/>
          <ac:spMkLst>
            <pc:docMk/>
            <pc:sldMk cId="0" sldId="282"/>
            <ac:spMk id="11267" creationId="{01016CB5-5DDC-44A8-930A-47232A6BC4CA}"/>
          </ac:spMkLst>
        </pc:spChg>
        <pc:picChg chg="add mod">
          <ac:chgData name="Siva Ariram" userId="9397c86e-09ae-47ef-9797-aaaf9e64ae10" providerId="ADAL" clId="{C8ECA1FA-17ED-4B16-92B3-E6EEF9A8A559}" dt="2026-01-07T19:03:34.343" v="1001"/>
          <ac:picMkLst>
            <pc:docMk/>
            <pc:sldMk cId="0" sldId="282"/>
            <ac:picMk id="4" creationId="{4EC7ECE2-3455-8CD1-1E71-6D27D7C7B7E4}"/>
          </ac:picMkLst>
        </pc:picChg>
      </pc:sldChg>
      <pc:sldChg chg="addSp delSp modSp mod modClrScheme chgLayout">
        <pc:chgData name="Siva Ariram" userId="9397c86e-09ae-47ef-9797-aaaf9e64ae10" providerId="ADAL" clId="{C8ECA1FA-17ED-4B16-92B3-E6EEF9A8A559}" dt="2026-01-07T19:19:30.209" v="1143" actId="1076"/>
        <pc:sldMkLst>
          <pc:docMk/>
          <pc:sldMk cId="0" sldId="283"/>
        </pc:sldMkLst>
        <pc:spChg chg="mod ord">
          <ac:chgData name="Siva Ariram" userId="9397c86e-09ae-47ef-9797-aaaf9e64ae10" providerId="ADAL" clId="{C8ECA1FA-17ED-4B16-92B3-E6EEF9A8A559}" dt="2026-01-07T19:19:30.209" v="1143" actId="1076"/>
          <ac:spMkLst>
            <pc:docMk/>
            <pc:sldMk cId="0" sldId="283"/>
            <ac:spMk id="9218" creationId="{F7811F52-79E7-45CE-A6FE-FBB52EDAFA36}"/>
          </ac:spMkLst>
        </pc:spChg>
        <pc:spChg chg="mod ord">
          <ac:chgData name="Siva Ariram" userId="9397c86e-09ae-47ef-9797-aaaf9e64ae10" providerId="ADAL" clId="{C8ECA1FA-17ED-4B16-92B3-E6EEF9A8A559}" dt="2025-12-29T07:00:37.308" v="113" actId="1076"/>
          <ac:spMkLst>
            <pc:docMk/>
            <pc:sldMk cId="0" sldId="283"/>
            <ac:spMk id="9219" creationId="{08395838-6F25-4BAE-B3CF-A8F5F1590428}"/>
          </ac:spMkLst>
        </pc:spChg>
        <pc:picChg chg="add mod">
          <ac:chgData name="Siva Ariram" userId="9397c86e-09ae-47ef-9797-aaaf9e64ae10" providerId="ADAL" clId="{C8ECA1FA-17ED-4B16-92B3-E6EEF9A8A559}" dt="2026-01-07T19:03:29.504" v="998"/>
          <ac:picMkLst>
            <pc:docMk/>
            <pc:sldMk cId="0" sldId="283"/>
            <ac:picMk id="8" creationId="{5E0BD0A4-26A1-1A87-7602-8481F5BB8D01}"/>
          </ac:picMkLst>
        </pc:picChg>
      </pc:sldChg>
      <pc:sldChg chg="addSp modSp mod">
        <pc:chgData name="Siva Ariram" userId="9397c86e-09ae-47ef-9797-aaaf9e64ae10" providerId="ADAL" clId="{C8ECA1FA-17ED-4B16-92B3-E6EEF9A8A559}" dt="2026-01-07T19:25:37.680" v="1259" actId="33524"/>
        <pc:sldMkLst>
          <pc:docMk/>
          <pc:sldMk cId="0" sldId="284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84"/>
            <ac:spMk id="12290" creationId="{2E8E7E5E-0442-47FB-9D18-7693017FAC06}"/>
          </ac:spMkLst>
        </pc:spChg>
        <pc:spChg chg="mod">
          <ac:chgData name="Siva Ariram" userId="9397c86e-09ae-47ef-9797-aaaf9e64ae10" providerId="ADAL" clId="{C8ECA1FA-17ED-4B16-92B3-E6EEF9A8A559}" dt="2026-01-07T19:25:37.680" v="1259" actId="33524"/>
          <ac:spMkLst>
            <pc:docMk/>
            <pc:sldMk cId="0" sldId="284"/>
            <ac:spMk id="12291" creationId="{B998E494-BEA3-48C3-9F04-DE91835AEEDE}"/>
          </ac:spMkLst>
        </pc:spChg>
        <pc:picChg chg="add mod">
          <ac:chgData name="Siva Ariram" userId="9397c86e-09ae-47ef-9797-aaaf9e64ae10" providerId="ADAL" clId="{C8ECA1FA-17ED-4B16-92B3-E6EEF9A8A559}" dt="2026-01-07T19:03:37.497" v="1002"/>
          <ac:picMkLst>
            <pc:docMk/>
            <pc:sldMk cId="0" sldId="284"/>
            <ac:picMk id="4" creationId="{2F123637-7639-1231-1943-DFB3BA5E253F}"/>
          </ac:picMkLst>
        </pc:picChg>
      </pc:sldChg>
      <pc:sldChg chg="addSp modSp mod">
        <pc:chgData name="Siva Ariram" userId="9397c86e-09ae-47ef-9797-aaaf9e64ae10" providerId="ADAL" clId="{C8ECA1FA-17ED-4B16-92B3-E6EEF9A8A559}" dt="2026-01-07T19:23:15.331" v="1258" actId="20577"/>
        <pc:sldMkLst>
          <pc:docMk/>
          <pc:sldMk cId="0" sldId="285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85"/>
            <ac:spMk id="10242" creationId="{40938576-9A46-4F4E-9BA0-1FA13844CD17}"/>
          </ac:spMkLst>
        </pc:spChg>
        <pc:spChg chg="mod">
          <ac:chgData name="Siva Ariram" userId="9397c86e-09ae-47ef-9797-aaaf9e64ae10" providerId="ADAL" clId="{C8ECA1FA-17ED-4B16-92B3-E6EEF9A8A559}" dt="2026-01-07T19:23:15.331" v="1258" actId="20577"/>
          <ac:spMkLst>
            <pc:docMk/>
            <pc:sldMk cId="0" sldId="285"/>
            <ac:spMk id="10243" creationId="{1D112035-02FF-4476-A8D1-0260B5988975}"/>
          </ac:spMkLst>
        </pc:spChg>
        <pc:picChg chg="add mod">
          <ac:chgData name="Siva Ariram" userId="9397c86e-09ae-47ef-9797-aaaf9e64ae10" providerId="ADAL" clId="{C8ECA1FA-17ED-4B16-92B3-E6EEF9A8A559}" dt="2026-01-07T19:03:32.924" v="1000"/>
          <ac:picMkLst>
            <pc:docMk/>
            <pc:sldMk cId="0" sldId="285"/>
            <ac:picMk id="4" creationId="{F3B3F5C9-EF8E-C5CC-9D4E-2D949E134430}"/>
          </ac:picMkLst>
        </pc:picChg>
      </pc:sldChg>
      <pc:sldChg chg="addSp modSp">
        <pc:chgData name="Siva Ariram" userId="9397c86e-09ae-47ef-9797-aaaf9e64ae10" providerId="ADAL" clId="{C8ECA1FA-17ED-4B16-92B3-E6EEF9A8A559}" dt="2026-01-07T19:03:41.772" v="1004"/>
        <pc:sldMkLst>
          <pc:docMk/>
          <pc:sldMk cId="0" sldId="286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86"/>
            <ac:spMk id="14338" creationId="{6F505791-CCF7-4272-997F-0E24C604DB6E}"/>
          </ac:spMkLst>
        </pc:spChg>
        <pc:picChg chg="add mod">
          <ac:chgData name="Siva Ariram" userId="9397c86e-09ae-47ef-9797-aaaf9e64ae10" providerId="ADAL" clId="{C8ECA1FA-17ED-4B16-92B3-E6EEF9A8A559}" dt="2026-01-07T19:03:41.772" v="1004"/>
          <ac:picMkLst>
            <pc:docMk/>
            <pc:sldMk cId="0" sldId="286"/>
            <ac:picMk id="4" creationId="{ADBA383F-D31C-BDF2-314F-5A0DC617651F}"/>
          </ac:picMkLst>
        </pc:picChg>
      </pc:sldChg>
      <pc:sldChg chg="addSp modSp mod">
        <pc:chgData name="Siva Ariram" userId="9397c86e-09ae-47ef-9797-aaaf9e64ae10" providerId="ADAL" clId="{C8ECA1FA-17ED-4B16-92B3-E6EEF9A8A559}" dt="2026-01-07T19:03:43.346" v="1005"/>
        <pc:sldMkLst>
          <pc:docMk/>
          <pc:sldMk cId="0" sldId="287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87"/>
            <ac:spMk id="15362" creationId="{105B1043-D4A2-4F86-9645-0EA8676FFE56}"/>
          </ac:spMkLst>
        </pc:spChg>
        <pc:spChg chg="mod">
          <ac:chgData name="Siva Ariram" userId="9397c86e-09ae-47ef-9797-aaaf9e64ae10" providerId="ADAL" clId="{C8ECA1FA-17ED-4B16-92B3-E6EEF9A8A559}" dt="2026-01-07T18:49:08.017" v="940" actId="27636"/>
          <ac:spMkLst>
            <pc:docMk/>
            <pc:sldMk cId="0" sldId="287"/>
            <ac:spMk id="15363" creationId="{5B237FC2-6E16-40CD-B906-0C6F62463275}"/>
          </ac:spMkLst>
        </pc:spChg>
        <pc:picChg chg="add mod">
          <ac:chgData name="Siva Ariram" userId="9397c86e-09ae-47ef-9797-aaaf9e64ae10" providerId="ADAL" clId="{C8ECA1FA-17ED-4B16-92B3-E6EEF9A8A559}" dt="2026-01-07T19:03:43.346" v="1005"/>
          <ac:picMkLst>
            <pc:docMk/>
            <pc:sldMk cId="0" sldId="287"/>
            <ac:picMk id="4" creationId="{7F8495CA-DD08-8943-B47D-8DA87DE176CD}"/>
          </ac:picMkLst>
        </pc:picChg>
      </pc:sldChg>
      <pc:sldChg chg="addSp modSp mod setBg">
        <pc:chgData name="Siva Ariram" userId="9397c86e-09ae-47ef-9797-aaaf9e64ae10" providerId="ADAL" clId="{C8ECA1FA-17ED-4B16-92B3-E6EEF9A8A559}" dt="2026-01-07T19:11:54.775" v="1128" actId="207"/>
        <pc:sldMkLst>
          <pc:docMk/>
          <pc:sldMk cId="0" sldId="288"/>
        </pc:sldMkLst>
        <pc:spChg chg="mod">
          <ac:chgData name="Siva Ariram" userId="9397c86e-09ae-47ef-9797-aaaf9e64ae10" providerId="ADAL" clId="{C8ECA1FA-17ED-4B16-92B3-E6EEF9A8A559}" dt="2026-01-07T19:11:54.775" v="1128" actId="207"/>
          <ac:spMkLst>
            <pc:docMk/>
            <pc:sldMk cId="0" sldId="288"/>
            <ac:spMk id="2" creationId="{CA986DAD-987E-B605-91BD-BB530DC80087}"/>
          </ac:spMkLst>
        </pc:spChg>
        <pc:spChg chg="mod">
          <ac:chgData name="Siva Ariram" userId="9397c86e-09ae-47ef-9797-aaaf9e64ae10" providerId="ADAL" clId="{C8ECA1FA-17ED-4B16-92B3-E6EEF9A8A559}" dt="2026-01-07T19:11:54.775" v="1128" actId="207"/>
          <ac:spMkLst>
            <pc:docMk/>
            <pc:sldMk cId="0" sldId="288"/>
            <ac:spMk id="3" creationId="{AC87233F-9636-525E-B202-005FCA3EE103}"/>
          </ac:spMkLst>
        </pc:spChg>
        <pc:spChg chg="mod">
          <ac:chgData name="Siva Ariram" userId="9397c86e-09ae-47ef-9797-aaaf9e64ae10" providerId="ADAL" clId="{C8ECA1FA-17ED-4B16-92B3-E6EEF9A8A559}" dt="2026-01-07T19:11:54.775" v="1128" actId="207"/>
          <ac:spMkLst>
            <pc:docMk/>
            <pc:sldMk cId="0" sldId="288"/>
            <ac:spMk id="17410" creationId="{B89C4349-A118-4E61-BA77-A5C06725D81A}"/>
          </ac:spMkLst>
        </pc:spChg>
        <pc:picChg chg="add mod">
          <ac:chgData name="Siva Ariram" userId="9397c86e-09ae-47ef-9797-aaaf9e64ae10" providerId="ADAL" clId="{C8ECA1FA-17ED-4B16-92B3-E6EEF9A8A559}" dt="2026-01-07T19:04:04.595" v="1013"/>
          <ac:picMkLst>
            <pc:docMk/>
            <pc:sldMk cId="0" sldId="288"/>
            <ac:picMk id="4" creationId="{EFD2795B-DF34-CDA7-2349-F29FCC2C64BA}"/>
          </ac:picMkLst>
        </pc:picChg>
      </pc:sldChg>
      <pc:sldChg chg="addSp modSp mod setBg">
        <pc:chgData name="Siva Ariram" userId="9397c86e-09ae-47ef-9797-aaaf9e64ae10" providerId="ADAL" clId="{C8ECA1FA-17ED-4B16-92B3-E6EEF9A8A559}" dt="2026-01-07T19:12:12.870" v="1132" actId="207"/>
        <pc:sldMkLst>
          <pc:docMk/>
          <pc:sldMk cId="0" sldId="289"/>
        </pc:sldMkLst>
        <pc:spChg chg="mod">
          <ac:chgData name="Siva Ariram" userId="9397c86e-09ae-47ef-9797-aaaf9e64ae10" providerId="ADAL" clId="{C8ECA1FA-17ED-4B16-92B3-E6EEF9A8A559}" dt="2026-01-07T19:12:12.870" v="1132" actId="207"/>
          <ac:spMkLst>
            <pc:docMk/>
            <pc:sldMk cId="0" sldId="289"/>
            <ac:spMk id="2" creationId="{6FC4BC34-76D8-1E56-8418-1F110F3AA9C3}"/>
          </ac:spMkLst>
        </pc:spChg>
        <pc:spChg chg="mod">
          <ac:chgData name="Siva Ariram" userId="9397c86e-09ae-47ef-9797-aaaf9e64ae10" providerId="ADAL" clId="{C8ECA1FA-17ED-4B16-92B3-E6EEF9A8A559}" dt="2026-01-07T19:12:12.870" v="1132" actId="207"/>
          <ac:spMkLst>
            <pc:docMk/>
            <pc:sldMk cId="0" sldId="289"/>
            <ac:spMk id="3" creationId="{0868DD16-AE96-6C4B-5384-141EFC1E73DA}"/>
          </ac:spMkLst>
        </pc:spChg>
        <pc:spChg chg="mod">
          <ac:chgData name="Siva Ariram" userId="9397c86e-09ae-47ef-9797-aaaf9e64ae10" providerId="ADAL" clId="{C8ECA1FA-17ED-4B16-92B3-E6EEF9A8A559}" dt="2026-01-07T19:12:12.870" v="1132" actId="207"/>
          <ac:spMkLst>
            <pc:docMk/>
            <pc:sldMk cId="0" sldId="289"/>
            <ac:spMk id="24578" creationId="{D146E120-71BD-4C5F-AAE8-903297FC98A4}"/>
          </ac:spMkLst>
        </pc:spChg>
        <pc:picChg chg="add mod">
          <ac:chgData name="Siva Ariram" userId="9397c86e-09ae-47ef-9797-aaaf9e64ae10" providerId="ADAL" clId="{C8ECA1FA-17ED-4B16-92B3-E6EEF9A8A559}" dt="2026-01-07T19:04:24.716" v="1021"/>
          <ac:picMkLst>
            <pc:docMk/>
            <pc:sldMk cId="0" sldId="289"/>
            <ac:picMk id="4" creationId="{2653982F-EB84-5E1E-955C-3C30EEFA285C}"/>
          </ac:picMkLst>
        </pc:picChg>
      </pc:sldChg>
      <pc:sldChg chg="addSp modSp mod setBg">
        <pc:chgData name="Siva Ariram" userId="9397c86e-09ae-47ef-9797-aaaf9e64ae10" providerId="ADAL" clId="{C8ECA1FA-17ED-4B16-92B3-E6EEF9A8A559}" dt="2026-01-07T19:11:03.475" v="1117" actId="207"/>
        <pc:sldMkLst>
          <pc:docMk/>
          <pc:sldMk cId="0" sldId="293"/>
        </pc:sldMkLst>
        <pc:spChg chg="mod">
          <ac:chgData name="Siva Ariram" userId="9397c86e-09ae-47ef-9797-aaaf9e64ae10" providerId="ADAL" clId="{C8ECA1FA-17ED-4B16-92B3-E6EEF9A8A559}" dt="2026-01-07T19:11:03.475" v="1117" actId="207"/>
          <ac:spMkLst>
            <pc:docMk/>
            <pc:sldMk cId="0" sldId="293"/>
            <ac:spMk id="2" creationId="{EF9D4596-1D73-F41C-29AC-ADC37B3E2A71}"/>
          </ac:spMkLst>
        </pc:spChg>
        <pc:spChg chg="mod">
          <ac:chgData name="Siva Ariram" userId="9397c86e-09ae-47ef-9797-aaaf9e64ae10" providerId="ADAL" clId="{C8ECA1FA-17ED-4B16-92B3-E6EEF9A8A559}" dt="2026-01-07T19:11:01.152" v="1116" actId="207"/>
          <ac:spMkLst>
            <pc:docMk/>
            <pc:sldMk cId="0" sldId="293"/>
            <ac:spMk id="3" creationId="{81278DD3-DD61-0C18-5E69-D7CA0B776BC5}"/>
          </ac:spMkLst>
        </pc:spChg>
        <pc:spChg chg="mod">
          <ac:chgData name="Siva Ariram" userId="9397c86e-09ae-47ef-9797-aaaf9e64ae10" providerId="ADAL" clId="{C8ECA1FA-17ED-4B16-92B3-E6EEF9A8A559}" dt="2026-01-07T19:10:57.962" v="1115" actId="207"/>
          <ac:spMkLst>
            <pc:docMk/>
            <pc:sldMk cId="0" sldId="293"/>
            <ac:spMk id="6146" creationId="{7D5803A7-BD43-41FE-8741-A824B36A4908}"/>
          </ac:spMkLst>
        </pc:spChg>
        <pc:picChg chg="add mod">
          <ac:chgData name="Siva Ariram" userId="9397c86e-09ae-47ef-9797-aaaf9e64ae10" providerId="ADAL" clId="{C8ECA1FA-17ED-4B16-92B3-E6EEF9A8A559}" dt="2026-01-07T19:03:01.015" v="989"/>
          <ac:picMkLst>
            <pc:docMk/>
            <pc:sldMk cId="0" sldId="293"/>
            <ac:picMk id="4" creationId="{44ABD996-BE4F-4B9E-329B-31C8CEC1AED6}"/>
          </ac:picMkLst>
        </pc:picChg>
      </pc:sldChg>
      <pc:sldChg chg="addSp modSp">
        <pc:chgData name="Siva Ariram" userId="9397c86e-09ae-47ef-9797-aaaf9e64ae10" providerId="ADAL" clId="{C8ECA1FA-17ED-4B16-92B3-E6EEF9A8A559}" dt="2026-01-07T19:03:38.911" v="1003"/>
        <pc:sldMkLst>
          <pc:docMk/>
          <pc:sldMk cId="0" sldId="294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94"/>
            <ac:spMk id="13314" creationId="{1269DE8B-D2E9-4CBC-8200-6004431D2FD3}"/>
          </ac:spMkLst>
        </pc:spChg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294"/>
            <ac:spMk id="13315" creationId="{EEAA3E73-4E0A-4FFD-94E0-FBB7679D88F9}"/>
          </ac:spMkLst>
        </pc:spChg>
        <pc:picChg chg="add mod">
          <ac:chgData name="Siva Ariram" userId="9397c86e-09ae-47ef-9797-aaaf9e64ae10" providerId="ADAL" clId="{C8ECA1FA-17ED-4B16-92B3-E6EEF9A8A559}" dt="2026-01-07T19:03:38.911" v="1003"/>
          <ac:picMkLst>
            <pc:docMk/>
            <pc:sldMk cId="0" sldId="294"/>
            <ac:picMk id="4" creationId="{ABB60834-0E39-132D-33E0-892DB5C6671F}"/>
          </ac:picMkLst>
        </pc:picChg>
      </pc:sldChg>
      <pc:sldChg chg="addSp modSp">
        <pc:chgData name="Siva Ariram" userId="9397c86e-09ae-47ef-9797-aaaf9e64ae10" providerId="ADAL" clId="{C8ECA1FA-17ED-4B16-92B3-E6EEF9A8A559}" dt="2026-01-07T19:03:59.702" v="1010"/>
        <pc:sldMkLst>
          <pc:docMk/>
          <pc:sldMk cId="1422937625" sldId="301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1422937625" sldId="301"/>
            <ac:spMk id="2" creationId="{F05F2B68-3558-44FD-A51B-1BF464A86D30}"/>
          </ac:spMkLst>
        </pc:spChg>
        <pc:picChg chg="add mod">
          <ac:chgData name="Siva Ariram" userId="9397c86e-09ae-47ef-9797-aaaf9e64ae10" providerId="ADAL" clId="{C8ECA1FA-17ED-4B16-92B3-E6EEF9A8A559}" dt="2026-01-07T19:03:59.702" v="1010"/>
          <ac:picMkLst>
            <pc:docMk/>
            <pc:sldMk cId="1422937625" sldId="301"/>
            <ac:picMk id="7" creationId="{7877D071-E6C1-0D29-ED95-65C623656CE8}"/>
          </ac:picMkLst>
        </pc:picChg>
      </pc:sldChg>
      <pc:sldChg chg="addSp modSp mod setBg">
        <pc:chgData name="Siva Ariram" userId="9397c86e-09ae-47ef-9797-aaaf9e64ae10" providerId="ADAL" clId="{C8ECA1FA-17ED-4B16-92B3-E6EEF9A8A559}" dt="2026-01-07T19:11:34.096" v="1124" actId="207"/>
        <pc:sldMkLst>
          <pc:docMk/>
          <pc:sldMk cId="29455996" sldId="302"/>
        </pc:sldMkLst>
        <pc:spChg chg="mod">
          <ac:chgData name="Siva Ariram" userId="9397c86e-09ae-47ef-9797-aaaf9e64ae10" providerId="ADAL" clId="{C8ECA1FA-17ED-4B16-92B3-E6EEF9A8A559}" dt="2026-01-07T19:11:28.804" v="1122" actId="207"/>
          <ac:spMkLst>
            <pc:docMk/>
            <pc:sldMk cId="29455996" sldId="302"/>
            <ac:spMk id="2" creationId="{84517DB5-3B49-4579-A16B-E661EC9344BF}"/>
          </ac:spMkLst>
        </pc:spChg>
        <pc:spChg chg="mod">
          <ac:chgData name="Siva Ariram" userId="9397c86e-09ae-47ef-9797-aaaf9e64ae10" providerId="ADAL" clId="{C8ECA1FA-17ED-4B16-92B3-E6EEF9A8A559}" dt="2026-01-07T19:11:31.771" v="1123" actId="207"/>
          <ac:spMkLst>
            <pc:docMk/>
            <pc:sldMk cId="29455996" sldId="302"/>
            <ac:spMk id="3" creationId="{27698800-30B9-9B8F-DE2F-5A61C122B6BC}"/>
          </ac:spMkLst>
        </pc:spChg>
        <pc:spChg chg="mod">
          <ac:chgData name="Siva Ariram" userId="9397c86e-09ae-47ef-9797-aaaf9e64ae10" providerId="ADAL" clId="{C8ECA1FA-17ED-4B16-92B3-E6EEF9A8A559}" dt="2026-01-07T19:11:34.096" v="1124" actId="207"/>
          <ac:spMkLst>
            <pc:docMk/>
            <pc:sldMk cId="29455996" sldId="302"/>
            <ac:spMk id="4" creationId="{29F81954-E029-FBEB-4969-B451643CEE35}"/>
          </ac:spMkLst>
        </pc:spChg>
        <pc:picChg chg="add mod">
          <ac:chgData name="Siva Ariram" userId="9397c86e-09ae-47ef-9797-aaaf9e64ae10" providerId="ADAL" clId="{C8ECA1FA-17ED-4B16-92B3-E6EEF9A8A559}" dt="2026-01-07T19:03:45.146" v="1006"/>
          <ac:picMkLst>
            <pc:docMk/>
            <pc:sldMk cId="29455996" sldId="302"/>
            <ac:picMk id="5" creationId="{4D3B361D-30B9-B33B-45CA-29A29749AA9E}"/>
          </ac:picMkLst>
        </pc:picChg>
      </pc:sldChg>
      <pc:sldChg chg="addSp modSp mod">
        <pc:chgData name="Siva Ariram" userId="9397c86e-09ae-47ef-9797-aaaf9e64ae10" providerId="ADAL" clId="{C8ECA1FA-17ED-4B16-92B3-E6EEF9A8A559}" dt="2026-01-07T19:32:30.135" v="1261" actId="1076"/>
        <pc:sldMkLst>
          <pc:docMk/>
          <pc:sldMk cId="2481702050" sldId="303"/>
        </pc:sldMkLst>
        <pc:picChg chg="add mod">
          <ac:chgData name="Siva Ariram" userId="9397c86e-09ae-47ef-9797-aaaf9e64ae10" providerId="ADAL" clId="{C8ECA1FA-17ED-4B16-92B3-E6EEF9A8A559}" dt="2026-01-07T19:03:47.059" v="1007"/>
          <ac:picMkLst>
            <pc:docMk/>
            <pc:sldMk cId="2481702050" sldId="303"/>
            <ac:picMk id="6" creationId="{8B4F8031-2830-5B0B-D1BD-969B2E58AFE2}"/>
          </ac:picMkLst>
        </pc:picChg>
        <pc:picChg chg="mod">
          <ac:chgData name="Siva Ariram" userId="9397c86e-09ae-47ef-9797-aaaf9e64ae10" providerId="ADAL" clId="{C8ECA1FA-17ED-4B16-92B3-E6EEF9A8A559}" dt="2026-01-07T19:32:30.135" v="1261" actId="1076"/>
          <ac:picMkLst>
            <pc:docMk/>
            <pc:sldMk cId="2481702050" sldId="303"/>
            <ac:picMk id="13" creationId="{390B7989-F43B-4327-83D1-D0E35A3A0D3C}"/>
          </ac:picMkLst>
        </pc:picChg>
        <pc:picChg chg="mod">
          <ac:chgData name="Siva Ariram" userId="9397c86e-09ae-47ef-9797-aaaf9e64ae10" providerId="ADAL" clId="{C8ECA1FA-17ED-4B16-92B3-E6EEF9A8A559}" dt="2026-01-07T19:32:27.734" v="1260" actId="1076"/>
          <ac:picMkLst>
            <pc:docMk/>
            <pc:sldMk cId="2481702050" sldId="303"/>
            <ac:picMk id="15" creationId="{AD50EB1B-019C-4B8E-BCB4-6A007F01DF37}"/>
          </ac:picMkLst>
        </pc:picChg>
      </pc:sldChg>
      <pc:sldChg chg="addSp modSp">
        <pc:chgData name="Siva Ariram" userId="9397c86e-09ae-47ef-9797-aaaf9e64ae10" providerId="ADAL" clId="{C8ECA1FA-17ED-4B16-92B3-E6EEF9A8A559}" dt="2026-01-07T19:04:03.319" v="1012"/>
        <pc:sldMkLst>
          <pc:docMk/>
          <pc:sldMk cId="569232368" sldId="304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569232368" sldId="304"/>
            <ac:spMk id="6" creationId="{EC585435-057A-451D-B72B-CA403FB48A06}"/>
          </ac:spMkLst>
        </pc:spChg>
        <pc:picChg chg="add mod">
          <ac:chgData name="Siva Ariram" userId="9397c86e-09ae-47ef-9797-aaaf9e64ae10" providerId="ADAL" clId="{C8ECA1FA-17ED-4B16-92B3-E6EEF9A8A559}" dt="2026-01-07T19:04:03.319" v="1012"/>
          <ac:picMkLst>
            <pc:docMk/>
            <pc:sldMk cId="569232368" sldId="304"/>
            <ac:picMk id="4" creationId="{37C5A11F-B506-00A4-B26B-079EF3B3228B}"/>
          </ac:picMkLst>
        </pc:picChg>
      </pc:sldChg>
      <pc:sldChg chg="addSp modSp mod">
        <pc:chgData name="Siva Ariram" userId="9397c86e-09ae-47ef-9797-aaaf9e64ae10" providerId="ADAL" clId="{C8ECA1FA-17ED-4B16-92B3-E6EEF9A8A559}" dt="2026-01-07T19:02:57.164" v="988"/>
        <pc:sldMkLst>
          <pc:docMk/>
          <pc:sldMk cId="4256058008" sldId="306"/>
        </pc:sldMkLst>
        <pc:spChg chg="mod">
          <ac:chgData name="Siva Ariram" userId="9397c86e-09ae-47ef-9797-aaaf9e64ae10" providerId="ADAL" clId="{C8ECA1FA-17ED-4B16-92B3-E6EEF9A8A559}" dt="2026-01-07T19:00:08.535" v="979" actId="15"/>
          <ac:spMkLst>
            <pc:docMk/>
            <pc:sldMk cId="4256058008" sldId="306"/>
            <ac:spMk id="3" creationId="{90EDB632-F52F-42C9-A6DC-7AD81E8F39D4}"/>
          </ac:spMkLst>
        </pc:spChg>
        <pc:picChg chg="add mod">
          <ac:chgData name="Siva Ariram" userId="9397c86e-09ae-47ef-9797-aaaf9e64ae10" providerId="ADAL" clId="{C8ECA1FA-17ED-4B16-92B3-E6EEF9A8A559}" dt="2026-01-07T19:02:57.164" v="988"/>
          <ac:picMkLst>
            <pc:docMk/>
            <pc:sldMk cId="4256058008" sldId="306"/>
            <ac:picMk id="8" creationId="{DCE0A17D-A227-5DD7-22E7-C3C0DB66E2B7}"/>
          </ac:picMkLst>
        </pc:picChg>
      </pc:sldChg>
      <pc:sldChg chg="addSp modSp">
        <pc:chgData name="Siva Ariram" userId="9397c86e-09ae-47ef-9797-aaaf9e64ae10" providerId="ADAL" clId="{C8ECA1FA-17ED-4B16-92B3-E6EEF9A8A559}" dt="2026-01-07T19:04:01.157" v="1011"/>
        <pc:sldMkLst>
          <pc:docMk/>
          <pc:sldMk cId="3191498889" sldId="307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3191498889" sldId="307"/>
            <ac:spMk id="2" creationId="{39D6F4C1-8AEB-4523-8DBC-400421551EA1}"/>
          </ac:spMkLst>
        </pc:spChg>
        <pc:picChg chg="add mod">
          <ac:chgData name="Siva Ariram" userId="9397c86e-09ae-47ef-9797-aaaf9e64ae10" providerId="ADAL" clId="{C8ECA1FA-17ED-4B16-92B3-E6EEF9A8A559}" dt="2026-01-07T19:04:01.157" v="1011"/>
          <ac:picMkLst>
            <pc:docMk/>
            <pc:sldMk cId="3191498889" sldId="307"/>
            <ac:picMk id="7" creationId="{0E642046-333B-7106-8D5D-6A4A5302BBA0}"/>
          </ac:picMkLst>
        </pc:picChg>
      </pc:sldChg>
      <pc:sldChg chg="addSp modSp mod">
        <pc:chgData name="Siva Ariram" userId="9397c86e-09ae-47ef-9797-aaaf9e64ae10" providerId="ADAL" clId="{C8ECA1FA-17ED-4B16-92B3-E6EEF9A8A559}" dt="2026-01-07T19:04:26.794" v="1022"/>
        <pc:sldMkLst>
          <pc:docMk/>
          <pc:sldMk cId="0" sldId="310"/>
        </pc:sldMkLst>
        <pc:spChg chg="mod">
          <ac:chgData name="Siva Ariram" userId="9397c86e-09ae-47ef-9797-aaaf9e64ae10" providerId="ADAL" clId="{C8ECA1FA-17ED-4B16-92B3-E6EEF9A8A559}" dt="2026-01-07T18:49:08.099" v="945" actId="27636"/>
          <ac:spMkLst>
            <pc:docMk/>
            <pc:sldMk cId="0" sldId="310"/>
            <ac:spMk id="25603" creationId="{6FFE3E92-5165-46AD-AE7B-F9C2DDAD91A7}"/>
          </ac:spMkLst>
        </pc:spChg>
        <pc:picChg chg="add mod">
          <ac:chgData name="Siva Ariram" userId="9397c86e-09ae-47ef-9797-aaaf9e64ae10" providerId="ADAL" clId="{C8ECA1FA-17ED-4B16-92B3-E6EEF9A8A559}" dt="2026-01-07T19:04:26.794" v="1022"/>
          <ac:picMkLst>
            <pc:docMk/>
            <pc:sldMk cId="0" sldId="310"/>
            <ac:picMk id="4" creationId="{F2B87674-58F1-7CAC-AC53-B33523864EA0}"/>
          </ac:picMkLst>
        </pc:picChg>
      </pc:sldChg>
      <pc:sldChg chg="addSp modSp mod">
        <pc:chgData name="Siva Ariram" userId="9397c86e-09ae-47ef-9797-aaaf9e64ae10" providerId="ADAL" clId="{C8ECA1FA-17ED-4B16-92B3-E6EEF9A8A559}" dt="2026-01-07T19:04:29.191" v="1023"/>
        <pc:sldMkLst>
          <pc:docMk/>
          <pc:sldMk cId="3307599607" sldId="311"/>
        </pc:sldMkLst>
        <pc:spChg chg="mod">
          <ac:chgData name="Siva Ariram" userId="9397c86e-09ae-47ef-9797-aaaf9e64ae10" providerId="ADAL" clId="{C8ECA1FA-17ED-4B16-92B3-E6EEF9A8A559}" dt="2026-01-05T13:45:37.847" v="468" actId="12"/>
          <ac:spMkLst>
            <pc:docMk/>
            <pc:sldMk cId="3307599607" sldId="311"/>
            <ac:spMk id="26627" creationId="{40DAE870-74C5-419B-8656-D3E039032F85}"/>
          </ac:spMkLst>
        </pc:spChg>
        <pc:picChg chg="add mod">
          <ac:chgData name="Siva Ariram" userId="9397c86e-09ae-47ef-9797-aaaf9e64ae10" providerId="ADAL" clId="{C8ECA1FA-17ED-4B16-92B3-E6EEF9A8A559}" dt="2026-01-07T19:04:29.191" v="1023"/>
          <ac:picMkLst>
            <pc:docMk/>
            <pc:sldMk cId="3307599607" sldId="311"/>
            <ac:picMk id="4" creationId="{AB17A943-60FF-EEEF-22E2-B49B72EAA1BD}"/>
          </ac:picMkLst>
        </pc:picChg>
      </pc:sldChg>
      <pc:sldChg chg="addSp modSp mod">
        <pc:chgData name="Siva Ariram" userId="9397c86e-09ae-47ef-9797-aaaf9e64ae10" providerId="ADAL" clId="{C8ECA1FA-17ED-4B16-92B3-E6EEF9A8A559}" dt="2026-01-07T19:04:30.846" v="1024"/>
        <pc:sldMkLst>
          <pc:docMk/>
          <pc:sldMk cId="2773709690" sldId="312"/>
        </pc:sldMkLst>
        <pc:spChg chg="mod">
          <ac:chgData name="Siva Ariram" userId="9397c86e-09ae-47ef-9797-aaaf9e64ae10" providerId="ADAL" clId="{C8ECA1FA-17ED-4B16-92B3-E6EEF9A8A559}" dt="2026-01-05T13:45:49.894" v="472" actId="12"/>
          <ac:spMkLst>
            <pc:docMk/>
            <pc:sldMk cId="2773709690" sldId="312"/>
            <ac:spMk id="26627" creationId="{40DAE870-74C5-419B-8656-D3E039032F85}"/>
          </ac:spMkLst>
        </pc:spChg>
        <pc:picChg chg="add mod">
          <ac:chgData name="Siva Ariram" userId="9397c86e-09ae-47ef-9797-aaaf9e64ae10" providerId="ADAL" clId="{C8ECA1FA-17ED-4B16-92B3-E6EEF9A8A559}" dt="2026-01-07T19:04:30.846" v="1024"/>
          <ac:picMkLst>
            <pc:docMk/>
            <pc:sldMk cId="2773709690" sldId="312"/>
            <ac:picMk id="4" creationId="{95476A34-90C3-C25A-3F5A-7F919258C700}"/>
          </ac:picMkLst>
        </pc:picChg>
      </pc:sldChg>
      <pc:sldChg chg="addSp modSp mod">
        <pc:chgData name="Siva Ariram" userId="9397c86e-09ae-47ef-9797-aaaf9e64ae10" providerId="ADAL" clId="{C8ECA1FA-17ED-4B16-92B3-E6EEF9A8A559}" dt="2026-01-07T20:09:03.465" v="1637" actId="12"/>
        <pc:sldMkLst>
          <pc:docMk/>
          <pc:sldMk cId="0" sldId="313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0" sldId="313"/>
            <ac:spMk id="28674" creationId="{6DB7AED2-B32E-40C8-8413-97B24E95A8D5}"/>
          </ac:spMkLst>
        </pc:spChg>
        <pc:spChg chg="mod">
          <ac:chgData name="Siva Ariram" userId="9397c86e-09ae-47ef-9797-aaaf9e64ae10" providerId="ADAL" clId="{C8ECA1FA-17ED-4B16-92B3-E6EEF9A8A559}" dt="2026-01-07T20:09:03.465" v="1637" actId="12"/>
          <ac:spMkLst>
            <pc:docMk/>
            <pc:sldMk cId="0" sldId="313"/>
            <ac:spMk id="28675" creationId="{CC13FB4B-D738-41C6-8A90-C4E4E195480B}"/>
          </ac:spMkLst>
        </pc:spChg>
        <pc:picChg chg="add mod">
          <ac:chgData name="Siva Ariram" userId="9397c86e-09ae-47ef-9797-aaaf9e64ae10" providerId="ADAL" clId="{C8ECA1FA-17ED-4B16-92B3-E6EEF9A8A559}" dt="2026-01-07T19:04:37.290" v="1027"/>
          <ac:picMkLst>
            <pc:docMk/>
            <pc:sldMk cId="0" sldId="313"/>
            <ac:picMk id="4" creationId="{FE52866E-383E-2C72-3982-8C17F22278AA}"/>
          </ac:picMkLst>
        </pc:picChg>
      </pc:sldChg>
      <pc:sldChg chg="addSp modSp mod">
        <pc:chgData name="Siva Ariram" userId="9397c86e-09ae-47ef-9797-aaaf9e64ae10" providerId="ADAL" clId="{C8ECA1FA-17ED-4B16-92B3-E6EEF9A8A559}" dt="2026-01-07T19:14:25.831" v="1140"/>
        <pc:sldMkLst>
          <pc:docMk/>
          <pc:sldMk cId="0" sldId="314"/>
        </pc:sldMkLst>
        <pc:spChg chg="mod">
          <ac:chgData name="Siva Ariram" userId="9397c86e-09ae-47ef-9797-aaaf9e64ae10" providerId="ADAL" clId="{C8ECA1FA-17ED-4B16-92B3-E6EEF9A8A559}" dt="2026-01-07T19:14:25.831" v="1140"/>
          <ac:spMkLst>
            <pc:docMk/>
            <pc:sldMk cId="0" sldId="314"/>
            <ac:spMk id="29698" creationId="{787A342E-DAB3-4582-A226-A4BFAFF2BD7B}"/>
          </ac:spMkLst>
        </pc:spChg>
        <pc:picChg chg="add mod">
          <ac:chgData name="Siva Ariram" userId="9397c86e-09ae-47ef-9797-aaaf9e64ae10" providerId="ADAL" clId="{C8ECA1FA-17ED-4B16-92B3-E6EEF9A8A559}" dt="2026-01-07T19:04:39.746" v="1028"/>
          <ac:picMkLst>
            <pc:docMk/>
            <pc:sldMk cId="0" sldId="314"/>
            <ac:picMk id="4" creationId="{78B011D1-0C8C-16EA-C3FE-A201C86ABE39}"/>
          </ac:picMkLst>
        </pc:picChg>
      </pc:sldChg>
      <pc:sldChg chg="addSp modSp mod">
        <pc:chgData name="Siva Ariram" userId="9397c86e-09ae-47ef-9797-aaaf9e64ae10" providerId="ADAL" clId="{C8ECA1FA-17ED-4B16-92B3-E6EEF9A8A559}" dt="2026-01-07T19:03:50.125" v="1008"/>
        <pc:sldMkLst>
          <pc:docMk/>
          <pc:sldMk cId="828235162" sldId="315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828235162" sldId="315"/>
            <ac:spMk id="2" creationId="{D96210AD-6AAC-76DD-D53A-A2918F3CCE29}"/>
          </ac:spMkLst>
        </pc:spChg>
        <pc:spChg chg="mod">
          <ac:chgData name="Siva Ariram" userId="9397c86e-09ae-47ef-9797-aaaf9e64ae10" providerId="ADAL" clId="{C8ECA1FA-17ED-4B16-92B3-E6EEF9A8A559}" dt="2026-01-07T18:49:08.031" v="941" actId="27636"/>
          <ac:spMkLst>
            <pc:docMk/>
            <pc:sldMk cId="828235162" sldId="315"/>
            <ac:spMk id="3" creationId="{0144FD08-23C2-07E4-D2B0-5A7850DA2FF7}"/>
          </ac:spMkLst>
        </pc:spChg>
        <pc:picChg chg="add mod">
          <ac:chgData name="Siva Ariram" userId="9397c86e-09ae-47ef-9797-aaaf9e64ae10" providerId="ADAL" clId="{C8ECA1FA-17ED-4B16-92B3-E6EEF9A8A559}" dt="2026-01-07T19:03:50.125" v="1008"/>
          <ac:picMkLst>
            <pc:docMk/>
            <pc:sldMk cId="828235162" sldId="315"/>
            <ac:picMk id="7" creationId="{16BF628B-92B3-7DEF-8076-E8A13750CC72}"/>
          </ac:picMkLst>
        </pc:picChg>
      </pc:sldChg>
      <pc:sldChg chg="addSp modSp mod">
        <pc:chgData name="Siva Ariram" userId="9397c86e-09ae-47ef-9797-aaaf9e64ae10" providerId="ADAL" clId="{C8ECA1FA-17ED-4B16-92B3-E6EEF9A8A559}" dt="2026-01-07T19:32:59.647" v="1262" actId="1076"/>
        <pc:sldMkLst>
          <pc:docMk/>
          <pc:sldMk cId="3671949430" sldId="316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3671949430" sldId="316"/>
            <ac:spMk id="2" creationId="{4680CB1A-8A67-3BCF-4ACF-526F8D292A88}"/>
          </ac:spMkLst>
        </pc:spChg>
        <pc:picChg chg="mod">
          <ac:chgData name="Siva Ariram" userId="9397c86e-09ae-47ef-9797-aaaf9e64ae10" providerId="ADAL" clId="{C8ECA1FA-17ED-4B16-92B3-E6EEF9A8A559}" dt="2026-01-07T19:32:59.647" v="1262" actId="1076"/>
          <ac:picMkLst>
            <pc:docMk/>
            <pc:sldMk cId="3671949430" sldId="316"/>
            <ac:picMk id="5" creationId="{9AA71872-2EB7-B444-D44B-B78B109C7C98}"/>
          </ac:picMkLst>
        </pc:picChg>
        <pc:picChg chg="add mod">
          <ac:chgData name="Siva Ariram" userId="9397c86e-09ae-47ef-9797-aaaf9e64ae10" providerId="ADAL" clId="{C8ECA1FA-17ED-4B16-92B3-E6EEF9A8A559}" dt="2026-01-07T19:03:52.315" v="1009"/>
          <ac:picMkLst>
            <pc:docMk/>
            <pc:sldMk cId="3671949430" sldId="316"/>
            <ac:picMk id="6" creationId="{42DDEC95-7CBE-9C17-CD74-9EABEAD8DA65}"/>
          </ac:picMkLst>
        </pc:picChg>
      </pc:sldChg>
      <pc:sldChg chg="addSp modSp mod">
        <pc:chgData name="Siva Ariram" userId="9397c86e-09ae-47ef-9797-aaaf9e64ae10" providerId="ADAL" clId="{C8ECA1FA-17ED-4B16-92B3-E6EEF9A8A559}" dt="2026-01-07T19:04:14.004" v="1018"/>
        <pc:sldMkLst>
          <pc:docMk/>
          <pc:sldMk cId="1848820127" sldId="317"/>
        </pc:sldMkLst>
        <pc:spChg chg="mod">
          <ac:chgData name="Siva Ariram" userId="9397c86e-09ae-47ef-9797-aaaf9e64ae10" providerId="ADAL" clId="{C8ECA1FA-17ED-4B16-92B3-E6EEF9A8A559}" dt="2026-01-07T18:49:08.082" v="944" actId="27636"/>
          <ac:spMkLst>
            <pc:docMk/>
            <pc:sldMk cId="1848820127" sldId="317"/>
            <ac:spMk id="21506" creationId="{E930B3E7-E70B-4E57-B4B2-DF3CDA1A26E9}"/>
          </ac:spMkLst>
        </pc:spChg>
        <pc:picChg chg="add mod">
          <ac:chgData name="Siva Ariram" userId="9397c86e-09ae-47ef-9797-aaaf9e64ae10" providerId="ADAL" clId="{C8ECA1FA-17ED-4B16-92B3-E6EEF9A8A559}" dt="2026-01-07T19:04:14.004" v="1018"/>
          <ac:picMkLst>
            <pc:docMk/>
            <pc:sldMk cId="1848820127" sldId="317"/>
            <ac:picMk id="5" creationId="{D5B0B300-079C-FEFE-5E8E-FF4919FFEFC0}"/>
          </ac:picMkLst>
        </pc:picChg>
      </pc:sldChg>
      <pc:sldChg chg="addSp modSp new mod">
        <pc:chgData name="Siva Ariram" userId="9397c86e-09ae-47ef-9797-aaaf9e64ae10" providerId="ADAL" clId="{C8ECA1FA-17ED-4B16-92B3-E6EEF9A8A559}" dt="2026-01-07T19:21:35.520" v="1238" actId="20577"/>
        <pc:sldMkLst>
          <pc:docMk/>
          <pc:sldMk cId="3805281167" sldId="318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3805281167" sldId="318"/>
            <ac:spMk id="2" creationId="{84CCBF88-EE4C-07D2-65D5-6FE5881D7A33}"/>
          </ac:spMkLst>
        </pc:spChg>
        <pc:spChg chg="mod">
          <ac:chgData name="Siva Ariram" userId="9397c86e-09ae-47ef-9797-aaaf9e64ae10" providerId="ADAL" clId="{C8ECA1FA-17ED-4B16-92B3-E6EEF9A8A559}" dt="2026-01-07T19:21:35.520" v="1238" actId="20577"/>
          <ac:spMkLst>
            <pc:docMk/>
            <pc:sldMk cId="3805281167" sldId="318"/>
            <ac:spMk id="3" creationId="{5C2B7A90-6FCE-A091-1435-E0CAC2DB99DC}"/>
          </ac:spMkLst>
        </pc:spChg>
        <pc:picChg chg="add mod">
          <ac:chgData name="Siva Ariram" userId="9397c86e-09ae-47ef-9797-aaaf9e64ae10" providerId="ADAL" clId="{C8ECA1FA-17ED-4B16-92B3-E6EEF9A8A559}" dt="2025-12-29T06:59:59.337" v="65" actId="1076"/>
          <ac:picMkLst>
            <pc:docMk/>
            <pc:sldMk cId="3805281167" sldId="318"/>
            <ac:picMk id="4" creationId="{FBABBDF8-CFB1-BC01-B80E-7C9A415BBABA}"/>
          </ac:picMkLst>
        </pc:picChg>
        <pc:picChg chg="add mod">
          <ac:chgData name="Siva Ariram" userId="9397c86e-09ae-47ef-9797-aaaf9e64ae10" providerId="ADAL" clId="{C8ECA1FA-17ED-4B16-92B3-E6EEF9A8A559}" dt="2026-01-07T19:03:31.062" v="999"/>
          <ac:picMkLst>
            <pc:docMk/>
            <pc:sldMk cId="3805281167" sldId="318"/>
            <ac:picMk id="7" creationId="{82F45E05-04C8-C5DF-42C3-15BBBE59519B}"/>
          </ac:picMkLst>
        </pc:picChg>
      </pc:sldChg>
      <pc:sldChg chg="addSp delSp modSp new mod">
        <pc:chgData name="Siva Ariram" userId="9397c86e-09ae-47ef-9797-aaaf9e64ae10" providerId="ADAL" clId="{C8ECA1FA-17ED-4B16-92B3-E6EEF9A8A559}" dt="2026-01-07T19:04:32.966" v="1025"/>
        <pc:sldMkLst>
          <pc:docMk/>
          <pc:sldMk cId="2191800777" sldId="319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2191800777" sldId="319"/>
            <ac:spMk id="2" creationId="{9FC3C80A-5193-4095-174C-CFEDA66097A0}"/>
          </ac:spMkLst>
        </pc:spChg>
        <pc:spChg chg="add del mod">
          <ac:chgData name="Siva Ariram" userId="9397c86e-09ae-47ef-9797-aaaf9e64ae10" providerId="ADAL" clId="{C8ECA1FA-17ED-4B16-92B3-E6EEF9A8A559}" dt="2026-01-07T18:49:08.113" v="946" actId="27636"/>
          <ac:spMkLst>
            <pc:docMk/>
            <pc:sldMk cId="2191800777" sldId="319"/>
            <ac:spMk id="3" creationId="{AD88F068-EE58-6658-3BFB-2817AC50CDCC}"/>
          </ac:spMkLst>
        </pc:spChg>
        <pc:picChg chg="add mod">
          <ac:chgData name="Siva Ariram" userId="9397c86e-09ae-47ef-9797-aaaf9e64ae10" providerId="ADAL" clId="{C8ECA1FA-17ED-4B16-92B3-E6EEF9A8A559}" dt="2026-01-07T19:04:32.966" v="1025"/>
          <ac:picMkLst>
            <pc:docMk/>
            <pc:sldMk cId="2191800777" sldId="319"/>
            <ac:picMk id="7" creationId="{2479F54C-34D1-94EE-D80B-E925336C7267}"/>
          </ac:picMkLst>
        </pc:picChg>
      </pc:sldChg>
      <pc:sldChg chg="addSp delSp modSp new del mod modShow">
        <pc:chgData name="Siva Ariram" userId="9397c86e-09ae-47ef-9797-aaaf9e64ae10" providerId="ADAL" clId="{C8ECA1FA-17ED-4B16-92B3-E6EEF9A8A559}" dt="2026-01-07T20:10:47.284" v="1638" actId="2696"/>
        <pc:sldMkLst>
          <pc:docMk/>
          <pc:sldMk cId="4183992589" sldId="320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4183992589" sldId="320"/>
            <ac:spMk id="2" creationId="{871F282B-F6C7-7251-6194-E64AB6FCE2D2}"/>
          </ac:spMkLst>
        </pc:spChg>
        <pc:spChg chg="add del mod">
          <ac:chgData name="Siva Ariram" userId="9397c86e-09ae-47ef-9797-aaaf9e64ae10" providerId="ADAL" clId="{C8ECA1FA-17ED-4B16-92B3-E6EEF9A8A559}" dt="2026-01-07T18:55:40.457" v="955"/>
          <ac:spMkLst>
            <pc:docMk/>
            <pc:sldMk cId="4183992589" sldId="320"/>
            <ac:spMk id="3" creationId="{63D0BF54-25D2-35CD-3C5D-1D846B4CF680}"/>
          </ac:spMkLst>
        </pc:spChg>
      </pc:sldChg>
      <pc:sldChg chg="addSp delSp modSp new mod">
        <pc:chgData name="Siva Ariram" userId="9397c86e-09ae-47ef-9797-aaaf9e64ae10" providerId="ADAL" clId="{C8ECA1FA-17ED-4B16-92B3-E6EEF9A8A559}" dt="2026-01-07T19:04:35.695" v="1026"/>
        <pc:sldMkLst>
          <pc:docMk/>
          <pc:sldMk cId="4109497277" sldId="321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4109497277" sldId="321"/>
            <ac:spMk id="2" creationId="{7BA94B75-013E-E3BB-AF49-B26952573E2E}"/>
          </ac:spMkLst>
        </pc:spChg>
        <pc:spChg chg="add del mod">
          <ac:chgData name="Siva Ariram" userId="9397c86e-09ae-47ef-9797-aaaf9e64ae10" providerId="ADAL" clId="{C8ECA1FA-17ED-4B16-92B3-E6EEF9A8A559}" dt="2026-01-07T18:55:40.457" v="955"/>
          <ac:spMkLst>
            <pc:docMk/>
            <pc:sldMk cId="4109497277" sldId="321"/>
            <ac:spMk id="3" creationId="{3BBE917B-2BAE-5F7E-C805-8A6696473330}"/>
          </ac:spMkLst>
        </pc:spChg>
        <pc:picChg chg="add mod">
          <ac:chgData name="Siva Ariram" userId="9397c86e-09ae-47ef-9797-aaaf9e64ae10" providerId="ADAL" clId="{C8ECA1FA-17ED-4B16-92B3-E6EEF9A8A559}" dt="2026-01-07T19:04:35.695" v="1026"/>
          <ac:picMkLst>
            <pc:docMk/>
            <pc:sldMk cId="4109497277" sldId="321"/>
            <ac:picMk id="8" creationId="{337D6815-4CBF-01B1-8DEA-AB64266E279C}"/>
          </ac:picMkLst>
        </pc:picChg>
      </pc:sldChg>
      <pc:sldChg chg="modSp add del mod modShow">
        <pc:chgData name="Siva Ariram" userId="9397c86e-09ae-47ef-9797-aaaf9e64ae10" providerId="ADAL" clId="{C8ECA1FA-17ED-4B16-92B3-E6EEF9A8A559}" dt="2026-01-07T19:04:47.706" v="1029" actId="2696"/>
        <pc:sldMkLst>
          <pc:docMk/>
          <pc:sldMk cId="584803627" sldId="322"/>
        </pc:sldMkLst>
        <pc:spChg chg="mod">
          <ac:chgData name="Siva Ariram" userId="9397c86e-09ae-47ef-9797-aaaf9e64ae10" providerId="ADAL" clId="{C8ECA1FA-17ED-4B16-92B3-E6EEF9A8A559}" dt="2026-01-07T18:55:40.457" v="955"/>
          <ac:spMkLst>
            <pc:docMk/>
            <pc:sldMk cId="584803627" sldId="322"/>
            <ac:spMk id="22530" creationId="{D13B9202-2C20-B8F1-C1A3-B0DFECA89D94}"/>
          </ac:spMkLst>
        </pc:spChg>
      </pc:sldChg>
      <pc:sldChg chg="new del">
        <pc:chgData name="Siva Ariram" userId="9397c86e-09ae-47ef-9797-aaaf9e64ae10" providerId="ADAL" clId="{C8ECA1FA-17ED-4B16-92B3-E6EEF9A8A559}" dt="2026-01-07T09:46:10.703" v="522" actId="47"/>
        <pc:sldMkLst>
          <pc:docMk/>
          <pc:sldMk cId="1602456751" sldId="322"/>
        </pc:sldMkLst>
      </pc:sldChg>
      <pc:sldChg chg="modSp new del setBg">
        <pc:chgData name="Siva Ariram" userId="9397c86e-09ae-47ef-9797-aaaf9e64ae10" providerId="ADAL" clId="{C8ECA1FA-17ED-4B16-92B3-E6EEF9A8A559}" dt="2026-01-07T18:49:37.355" v="950" actId="2696"/>
        <pc:sldMkLst>
          <pc:docMk/>
          <pc:sldMk cId="355391746" sldId="323"/>
        </pc:sldMkLst>
        <pc:spChg chg="mod">
          <ac:chgData name="Siva Ariram" userId="9397c86e-09ae-47ef-9797-aaaf9e64ae10" providerId="ADAL" clId="{C8ECA1FA-17ED-4B16-92B3-E6EEF9A8A559}" dt="2026-01-07T18:49:09.164" v="949"/>
          <ac:spMkLst>
            <pc:docMk/>
            <pc:sldMk cId="355391746" sldId="323"/>
            <ac:spMk id="2" creationId="{6DA03877-85F3-0612-EDE6-35B231939A24}"/>
          </ac:spMkLst>
        </pc:spChg>
        <pc:spChg chg="mod">
          <ac:chgData name="Siva Ariram" userId="9397c86e-09ae-47ef-9797-aaaf9e64ae10" providerId="ADAL" clId="{C8ECA1FA-17ED-4B16-92B3-E6EEF9A8A559}" dt="2026-01-07T18:49:09.164" v="949"/>
          <ac:spMkLst>
            <pc:docMk/>
            <pc:sldMk cId="355391746" sldId="323"/>
            <ac:spMk id="3" creationId="{C118A6B2-3B41-FD82-DF1A-75EB016797DB}"/>
          </ac:spMkLst>
        </pc:spChg>
      </pc:sldChg>
      <pc:sldChg chg="new del ord">
        <pc:chgData name="Siva Ariram" userId="9397c86e-09ae-47ef-9797-aaaf9e64ae10" providerId="ADAL" clId="{C8ECA1FA-17ED-4B16-92B3-E6EEF9A8A559}" dt="2026-01-07T18:58:18.225" v="970" actId="2696"/>
        <pc:sldMkLst>
          <pc:docMk/>
          <pc:sldMk cId="2363926205" sldId="323"/>
        </pc:sldMkLst>
      </pc:sldChg>
      <pc:sldChg chg="new del setBg">
        <pc:chgData name="Siva Ariram" userId="9397c86e-09ae-47ef-9797-aaaf9e64ae10" providerId="ADAL" clId="{C8ECA1FA-17ED-4B16-92B3-E6EEF9A8A559}" dt="2026-01-07T18:48:42.113" v="933" actId="2696"/>
        <pc:sldMkLst>
          <pc:docMk/>
          <pc:sldMk cId="3657372357" sldId="323"/>
        </pc:sldMkLst>
      </pc:sldChg>
      <pc:sldChg chg="addSp modSp new mod setBg">
        <pc:chgData name="Siva Ariram" userId="9397c86e-09ae-47ef-9797-aaaf9e64ae10" providerId="ADAL" clId="{C8ECA1FA-17ED-4B16-92B3-E6EEF9A8A559}" dt="2026-01-07T19:03:08.099" v="991" actId="1076"/>
        <pc:sldMkLst>
          <pc:docMk/>
          <pc:sldMk cId="2817138648" sldId="324"/>
        </pc:sldMkLst>
        <pc:spChg chg="mod">
          <ac:chgData name="Siva Ariram" userId="9397c86e-09ae-47ef-9797-aaaf9e64ae10" providerId="ADAL" clId="{C8ECA1FA-17ED-4B16-92B3-E6EEF9A8A559}" dt="2026-01-07T18:56:49.474" v="964" actId="207"/>
          <ac:spMkLst>
            <pc:docMk/>
            <pc:sldMk cId="2817138648" sldId="324"/>
            <ac:spMk id="2" creationId="{E73FB367-E45E-B0FD-D576-CD9BF3859A68}"/>
          </ac:spMkLst>
        </pc:spChg>
        <pc:spChg chg="mod">
          <ac:chgData name="Siva Ariram" userId="9397c86e-09ae-47ef-9797-aaaf9e64ae10" providerId="ADAL" clId="{C8ECA1FA-17ED-4B16-92B3-E6EEF9A8A559}" dt="2026-01-07T18:57:02.425" v="967" actId="20577"/>
          <ac:spMkLst>
            <pc:docMk/>
            <pc:sldMk cId="2817138648" sldId="324"/>
            <ac:spMk id="3" creationId="{8B6E1F11-2EAB-B91B-C268-58D318778B12}"/>
          </ac:spMkLst>
        </pc:spChg>
        <pc:spChg chg="mod">
          <ac:chgData name="Siva Ariram" userId="9397c86e-09ae-47ef-9797-aaaf9e64ae10" providerId="ADAL" clId="{C8ECA1FA-17ED-4B16-92B3-E6EEF9A8A559}" dt="2026-01-07T18:58:08.836" v="969" actId="207"/>
          <ac:spMkLst>
            <pc:docMk/>
            <pc:sldMk cId="2817138648" sldId="324"/>
            <ac:spMk id="4" creationId="{6CD0F1AB-246F-3BEF-1A2F-4C723718D656}"/>
          </ac:spMkLst>
        </pc:spChg>
        <pc:spChg chg="mod">
          <ac:chgData name="Siva Ariram" userId="9397c86e-09ae-47ef-9797-aaaf9e64ae10" providerId="ADAL" clId="{C8ECA1FA-17ED-4B16-92B3-E6EEF9A8A559}" dt="2026-01-07T18:58:05.733" v="968" actId="207"/>
          <ac:spMkLst>
            <pc:docMk/>
            <pc:sldMk cId="2817138648" sldId="324"/>
            <ac:spMk id="5" creationId="{D1E46578-8408-CA8D-90E8-4A8D26546829}"/>
          </ac:spMkLst>
        </pc:spChg>
        <pc:picChg chg="add mod">
          <ac:chgData name="Siva Ariram" userId="9397c86e-09ae-47ef-9797-aaaf9e64ae10" providerId="ADAL" clId="{C8ECA1FA-17ED-4B16-92B3-E6EEF9A8A559}" dt="2026-01-07T19:03:08.099" v="991" actId="1076"/>
          <ac:picMkLst>
            <pc:docMk/>
            <pc:sldMk cId="2817138648" sldId="324"/>
            <ac:picMk id="6" creationId="{E2F18FA4-0BED-5C48-67F3-32DEC5E5C55A}"/>
          </ac:picMkLst>
        </pc:picChg>
      </pc:sldChg>
    </pc:docChg>
  </pc:docChgLst>
</pc:chgInfo>
</file>

<file path=ppt/comments/modernComment_141_F4F1F3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14FF78-E310-4A9E-9BEB-2716C899257B}" authorId="{D4874327-DF90-FCC7-57C2-DFDAAF3BD45B}" status="resolved" created="2025-12-30T13:25:07.326" startDate="2025-12-30T13:25:07.326" dueDate="2025-12-30T13:25:07.326" assignedTo="{32C55567-C8B1-93EC-6C7D-06CCA10F54C7}" complete="100000" title="This is bit easier. @Antti Tikanmäki If you have something to add please go ahead">
    <pc:sldMkLst xmlns:pc="http://schemas.microsoft.com/office/powerpoint/2013/main/command">
      <pc:docMk/>
      <pc:sldMk cId="4109497277" sldId="321"/>
    </pc:sldMkLst>
    <p188:txBody>
      <a:bodyPr/>
      <a:lstStyle/>
      <a:p>
        <a:r>
          <a:rPr lang="en-US"/>
          <a:t>This is bit easier. [@Antti Tikanmäki]  If you have something to add please go ahead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12-30T13:25:07.326" id="{07EDFB5A-2B4C-4DA3-86F5-9E8886CB0926}">
              <p228:atrbtn authorId="{D4874327-DF90-FCC7-57C2-DFDAAF3BD45B}"/>
              <p228:anchr>
                <p228:comment id="{A914FF78-E310-4A9E-9BEB-2716C899257B}"/>
              </p228:anchr>
              <p228:add/>
            </p228:event>
            <p228:event time="2025-12-30T13:25:07.326" id="{B5D6C7C5-7CD9-44B1-8A35-EF049438814B}">
              <p228:atrbtn authorId="{D4874327-DF90-FCC7-57C2-DFDAAF3BD45B}"/>
              <p228:anchr>
                <p228:comment id="{A914FF78-E310-4A9E-9BEB-2716C899257B}"/>
              </p228:anchr>
              <p228:asgn authorId="{32C55567-C8B1-93EC-6C7D-06CCA10F54C7}"/>
            </p228:event>
            <p228:event time="2025-12-30T13:25:07.326" id="{D939B37B-D759-465A-B432-654E008BA628}">
              <p228:atrbtn authorId="{D4874327-DF90-FCC7-57C2-DFDAAF3BD45B}"/>
              <p228:anchr>
                <p228:comment id="{A914FF78-E310-4A9E-9BEB-2716C899257B}"/>
              </p228:anchr>
              <p228:title val="This is bit easier. @Antti Tikanmäki If you have something to add please go ahead"/>
            </p228:event>
            <p228:event time="2025-12-30T13:25:07.326" id="{165534A7-33C6-42EA-9A9B-631C22DD56D4}">
              <p228:atrbtn authorId="{D4874327-DF90-FCC7-57C2-DFDAAF3BD45B}"/>
              <p228:anchr>
                <p228:comment id="{A914FF78-E310-4A9E-9BEB-2716C899257B}"/>
              </p228:anchr>
              <p228:date stDt="2025-12-30T13:25:07.326" endDt="2025-12-30T13:25:07.326"/>
            </p228:event>
            <p228:event time="2026-01-07T09:11:32.661" id="{009E3014-D138-4254-9EDC-7D19B200AF25}">
              <p228:atrbtn authorId="{D4874327-DF90-FCC7-57C2-DFDAAF3BD45B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F2018B-5D20-46AA-B872-656533DD2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204E59-1F38-4582-B430-57C4D8A7B2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1840D90-B640-4368-BE37-51DAAD34F7E3}" type="datetimeFigureOut">
              <a:rPr lang="en-US"/>
              <a:pPr>
                <a:defRPr/>
              </a:pPr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D1753-0E7B-4492-92A9-4DFB5B9146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448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B8CCD-304F-4542-B4EC-005AF97059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09113"/>
            <a:ext cx="2944813" cy="4953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E49FCCC-9D4D-4229-9441-4D9DC56B53D2}" type="slidenum">
              <a:rPr lang="en-US" altLang="fi-FI"/>
              <a:pPr>
                <a:defRPr/>
              </a:pPr>
              <a:t>‹#›</a:t>
            </a:fld>
            <a:endParaRPr lang="en-US" alt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FFC9F-3610-4B96-99EF-82C96678367A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38250"/>
            <a:ext cx="44577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67263"/>
            <a:ext cx="5435600" cy="39004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0911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43375-24F7-4A01-B34D-1BF597317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0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41ABD-E653-E1CE-FE00-340D77530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DCFC3-8ED7-7519-77D8-88C7B993C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02275-885D-ACB7-0D99-F6C524F8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B066374-C037-4BD8-ACDD-113B1F453426}" type="datetime1">
              <a:rPr lang="en-US" smtClean="0"/>
              <a:t>1/7/2026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2403C-4EAA-BEB3-3C3D-70DA5136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5C42E-4A6F-87C6-3181-BDA529904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443C07-C408-40DB-8DA8-60FFB9CC2BB6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191681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A960F-DD6F-C457-D701-86FDD0B99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EC44A-A963-C081-9E7C-F9518B55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1D3E-11C4-C67A-4E5B-595CB7F2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11CF2B2-3DC1-4ABF-9585-01A9E4BF0BFE}" type="datetime1">
              <a:rPr lang="en-US" smtClean="0"/>
              <a:t>1/7/2026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98634-128C-1B83-6348-DC7C7A02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7239-C204-7FA4-FAAC-DABD386A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599344-3B8F-483C-AD42-6EFB12D915EB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19534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38C8-CD33-D490-8785-AC07EAAA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F65C3-3597-0F77-4CBD-550882A19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C5A9F-7A22-0C2F-22E1-BD490169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8F3F69-892E-4FFE-9ED1-BE36161223F7}" type="datetime1">
              <a:rPr lang="en-US" smtClean="0"/>
              <a:t>1/7/2026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A4A3B-63E8-D9A4-5598-2DBB9375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0ACED-3D8F-D5EB-8F49-15902E325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AFD4A9-0C89-425C-AD6B-64E7C4A78012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3530385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4F6D-261B-FF19-0CB7-85AC766F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F91A-275C-FAC4-BC1A-80159B4D5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761FC-5BE5-03DF-12A5-47044A2B9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5F1D8-BD28-4AD7-8F28-3D6A65E3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335FB6-2C90-4A13-B649-356001AE65C9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7102E-0EE1-7ECB-71B8-8FFAE7264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76A7F-91FA-3AB7-D5C5-A2DD135D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FC1FA4-3ED5-4CD3-8F4A-2C639AC731AA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217864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7CD3-70EA-E84B-1C57-7699790C9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D760-2319-C056-8960-EC96F66B4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02F1A-21E6-600F-ECD1-4D6784892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8C0CE-E29D-4F29-9CB2-5932F9C617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71392-8E1C-AF6F-BF07-6A82D8211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3F0FC-8303-47C3-3BB3-4BD135B42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F9D76C-6460-43CF-9B72-F68323695189}" type="datetime1">
              <a:rPr lang="en-US" smtClean="0"/>
              <a:t>1/7/2026</a:t>
            </a:fld>
            <a:endParaRPr lang="fi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1CCC69-EEBE-7609-749F-62E46BCA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68D1B-9343-6B1B-C145-DF932906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DAAF0-7D5F-4944-8716-60F553FC13D8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90780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F2C8A-FC72-564A-AE5A-6B456F57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64D2C-6930-1524-DE12-BF32D236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C9A6A06-BAE2-4209-9E48-9AF9509F892C}" type="datetime1">
              <a:rPr lang="en-US" smtClean="0"/>
              <a:t>1/7/2026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DB7C8-0175-58EE-F681-26158A78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3544E-E733-7C14-7CCE-58D73695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27DE11-FC65-435F-998C-AFFA66106308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88432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4B772F-FBDE-B18A-3F18-B4A56640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A218EC-3E52-4577-A1CE-7F364A4C4892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AEEF5-79F7-4331-6D02-A022B374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F1B0A-AE0D-2EDA-B8F4-29E23270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4E9F2-2A4B-4BF5-8485-433FC1404F76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3178843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1C40-A49D-B074-7597-EB70F5F4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AB2C2-01BA-6A67-A445-02BCA5155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EB2C83-7C03-BC00-2BCC-27B1A6B84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DB00C-6EEB-5D91-749B-EF83B9558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B06ED9-3613-4B72-86EC-447B6A83FBC2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84DDC-9358-2803-6B3E-61A0C1A23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B5C8C-C4F6-A4DE-EEEF-DDFCB01F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5C6AD5-D85D-4DB8-96FD-FB2B5E1A2406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3709610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FE6DA-9800-AB2B-EF7F-DE480884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F9CD96-FF46-781D-2BB1-AB2712AA6E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B89CB-FD7D-94FB-BEA5-62E33F32A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7A5AC-9364-A946-FCBC-9B461F66D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724D5A-9967-4AE2-8396-8C9C6F4C260A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93166-03D4-F493-BE1A-CCE867AC2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6858B-731F-8822-0F5D-A2B2958C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7E8888-FBEC-416B-9590-E0850D7337BA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4026554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506E-2940-C3EE-7C31-C7A62E0A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DFDFA-4C72-838C-2B5A-82382DB76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31BE9-AEE1-115D-C022-8487E5B7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84118B-1DB4-49FD-BF30-564D3AB1FF57}" type="datetime1">
              <a:rPr lang="en-US" smtClean="0"/>
              <a:t>1/7/2026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1E00B-1D29-5594-9EB8-313418804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11722-00CA-300D-3610-B1C5A2719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6A53DB-716E-414D-A4ED-0804E40D673C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251443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EA232-D882-8D12-C808-5A714CFFA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CBEED-6181-0AB6-73CD-8B201FC55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F84A8-A6D9-C9D0-D3B9-C7E27A4B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2D7AAA-8A47-462F-8390-F08E67AFA551}" type="datetime1">
              <a:rPr lang="en-US" smtClean="0"/>
              <a:t>1/7/2026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FAFD6-606F-8247-305C-2834233D0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9F419-99C3-616C-7F5C-DC46BAA9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6F4A56-8CF9-4782-BA8E-8838100DA50D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275904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56DEA1-6B6A-5098-A8FA-5C4488B3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F0475-7CED-666F-A753-9B36E8337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1F775-5985-EEB7-9CA6-F9A454BF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85C1585-9E71-41DE-BE25-8E7B7CF1549B}" type="datetime1">
              <a:rPr lang="en-US" smtClean="0"/>
              <a:t>1/7/2026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F00BF-5908-38F9-FA2C-38D1C896D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r>
              <a:rPr lang="fi-FI"/>
              <a:t>Siva Ariram, Lecture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C179F-79C0-6549-F7F9-D1C297417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801364C4-AFA0-47B2-AE2E-BFF05FD7DFEB}" type="slidenum">
              <a:rPr lang="fi-FI" altLang="fi-FI" smtClean="0"/>
              <a:pPr>
                <a:defRPr/>
              </a:pPr>
              <a:t>‹#›</a:t>
            </a:fld>
            <a:endParaRPr lang="fi-FI" altLang="fi-FI"/>
          </a:p>
        </p:txBody>
      </p:sp>
    </p:spTree>
    <p:extLst>
      <p:ext uri="{BB962C8B-B14F-4D97-AF65-F5344CB8AC3E}">
        <p14:creationId xmlns:p14="http://schemas.microsoft.com/office/powerpoint/2010/main" val="17566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icad.org/" TargetMode="External"/><Relationship Id="rId2" Type="http://schemas.openxmlformats.org/officeDocument/2006/relationships/hyperlink" Target="https://openhardwaremonitor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microsoft.com/office/2018/10/relationships/comments" Target="../comments/modernComment_141_F4F1F3BD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moodle.oulu.fi/course/view.php?id=3178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B367-E45E-B0FD-D576-CD9BF3859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fi-FI" b="1" dirty="0">
                <a:solidFill>
                  <a:schemeClr val="bg1"/>
                </a:solidFill>
              </a:rPr>
              <a:t>Embedded System Project (521423S)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E1F11-2EAB-B91B-C268-58D318778B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fi-FI" dirty="0">
                <a:solidFill>
                  <a:schemeClr val="bg1"/>
                </a:solidFill>
              </a:rPr>
              <a:t>Siva Ariram</a:t>
            </a:r>
          </a:p>
          <a:p>
            <a:pPr>
              <a:lnSpc>
                <a:spcPct val="80000"/>
              </a:lnSpc>
            </a:pPr>
            <a:r>
              <a:rPr lang="en-US" altLang="fi-FI" dirty="0">
                <a:solidFill>
                  <a:schemeClr val="bg1"/>
                </a:solidFill>
              </a:rPr>
              <a:t>Antti Tikanmäki</a:t>
            </a:r>
          </a:p>
          <a:p>
            <a:pPr>
              <a:lnSpc>
                <a:spcPct val="80000"/>
              </a:lnSpc>
            </a:pPr>
            <a:r>
              <a:rPr lang="en-US" altLang="fi-FI" dirty="0">
                <a:solidFill>
                  <a:schemeClr val="bg1"/>
                </a:solidFill>
              </a:rPr>
              <a:t>Marko Kauppinen</a:t>
            </a:r>
          </a:p>
          <a:p>
            <a:pPr>
              <a:lnSpc>
                <a:spcPct val="80000"/>
              </a:lnSpc>
            </a:pPr>
            <a:r>
              <a:rPr lang="en-US" altLang="fi-FI" dirty="0">
                <a:solidFill>
                  <a:schemeClr val="bg1"/>
                </a:solidFill>
              </a:rPr>
              <a:t>Jaakko </a:t>
            </a:r>
            <a:r>
              <a:rPr lang="en-US" altLang="fi-FI" dirty="0" err="1">
                <a:solidFill>
                  <a:schemeClr val="bg1"/>
                </a:solidFill>
              </a:rPr>
              <a:t>Huikari</a:t>
            </a:r>
            <a:endParaRPr lang="en-US" altLang="fi-FI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0F1AB-246F-3BEF-1A2F-4C723718D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3FCBA0-45BE-4A83-A33D-F6FE4B428449}" type="datetime1">
              <a:rPr lang="en-US" smtClean="0">
                <a:solidFill>
                  <a:schemeClr val="bg1"/>
                </a:solidFill>
              </a:rPr>
              <a:t>1/7/2026</a:t>
            </a:fld>
            <a:endParaRPr lang="fi-FI" dirty="0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46578-8408-CA8D-90E8-4A8D26546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 dirty="0">
                <a:solidFill>
                  <a:schemeClr val="bg1"/>
                </a:solidFill>
              </a:rPr>
              <a:t>Siva Ariram, Lecture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18FA4-0BED-5C48-67F3-32DEC5E5C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440" y="116632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38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>
            <a:extLst>
              <a:ext uri="{FF2B5EF4-FFF2-40B4-BE49-F238E27FC236}">
                <a16:creationId xmlns:a16="http://schemas.microsoft.com/office/drawing/2014/main" id="{A32A1E9E-33EF-4981-AE5D-130AF87051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fi-FI" b="1" dirty="0"/>
              <a:t>About the course</a:t>
            </a:r>
            <a:endParaRPr lang="fi-FI" altLang="fi-FI" b="1" dirty="0"/>
          </a:p>
        </p:txBody>
      </p:sp>
      <p:sp>
        <p:nvSpPr>
          <p:cNvPr id="4099" name="Rectangle 7">
            <a:extLst>
              <a:ext uri="{FF2B5EF4-FFF2-40B4-BE49-F238E27FC236}">
                <a16:creationId xmlns:a16="http://schemas.microsoft.com/office/drawing/2014/main" id="{18D15F1C-AFD3-4A96-93CF-2837FA3815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fi-FI" sz="1800" dirty="0"/>
              <a:t>The goal of this course is to introduce students to the world of custom embedded computer systems.</a:t>
            </a:r>
          </a:p>
          <a:p>
            <a:pPr eaLnBrk="1" hangingPunct="1">
              <a:lnSpc>
                <a:spcPct val="80000"/>
              </a:lnSpc>
            </a:pPr>
            <a:endParaRPr lang="en-US" altLang="fi-FI" sz="1800" dirty="0"/>
          </a:p>
          <a:p>
            <a:pPr eaLnBrk="1" hangingPunct="1">
              <a:lnSpc>
                <a:spcPct val="80000"/>
              </a:lnSpc>
            </a:pPr>
            <a:r>
              <a:rPr lang="en-US" altLang="fi-FI" sz="1800" dirty="0"/>
              <a:t>Usually, participants are information and electrical engineering students who are familiar with software development and system design.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fi-FI" sz="1800" dirty="0"/>
          </a:p>
          <a:p>
            <a:pPr eaLnBrk="1" hangingPunct="1">
              <a:lnSpc>
                <a:spcPct val="80000"/>
              </a:lnSpc>
            </a:pPr>
            <a:r>
              <a:rPr lang="en-US" altLang="fi-FI" sz="1800" dirty="0"/>
              <a:t>The Embedded System Project is related to but independent of Embedded Software Project (</a:t>
            </a:r>
            <a:r>
              <a:rPr lang="en-US" altLang="fi-FI" sz="1800" dirty="0" err="1"/>
              <a:t>Sulautettujen</a:t>
            </a:r>
            <a:r>
              <a:rPr lang="en-US" altLang="fi-FI" sz="1800" dirty="0"/>
              <a:t> </a:t>
            </a:r>
            <a:r>
              <a:rPr lang="en-US" altLang="fi-FI" sz="1800" dirty="0" err="1"/>
              <a:t>ohjelmistojen</a:t>
            </a:r>
            <a:r>
              <a:rPr lang="en-US" altLang="fi-FI" sz="1800" dirty="0"/>
              <a:t> </a:t>
            </a:r>
            <a:r>
              <a:rPr lang="en-US" altLang="fi-FI" sz="1800" dirty="0" err="1"/>
              <a:t>projekti</a:t>
            </a:r>
            <a:r>
              <a:rPr lang="en-US" altLang="fi-FI" sz="1800" dirty="0"/>
              <a:t>, 521275A) that concentrates on software-hardware interface.</a:t>
            </a:r>
          </a:p>
          <a:p>
            <a:pPr eaLnBrk="1" hangingPunct="1">
              <a:lnSpc>
                <a:spcPct val="80000"/>
              </a:lnSpc>
            </a:pPr>
            <a:endParaRPr lang="en-US" altLang="fi-FI" sz="1800" dirty="0"/>
          </a:p>
          <a:p>
            <a:pPr eaLnBrk="1" hangingPunct="1">
              <a:lnSpc>
                <a:spcPct val="80000"/>
              </a:lnSpc>
            </a:pPr>
            <a:r>
              <a:rPr lang="en-US" altLang="fi-FI" sz="1800" dirty="0"/>
              <a:t>A project-like assignment that requires approximately 120-160 hours from a team of three students.</a:t>
            </a:r>
          </a:p>
          <a:p>
            <a:pPr eaLnBrk="1" hangingPunct="1">
              <a:lnSpc>
                <a:spcPct val="80000"/>
              </a:lnSpc>
            </a:pPr>
            <a:endParaRPr lang="en-US" altLang="fi-FI" sz="1800" dirty="0"/>
          </a:p>
          <a:p>
            <a:pPr eaLnBrk="1" hangingPunct="1">
              <a:lnSpc>
                <a:spcPct val="80000"/>
              </a:lnSpc>
            </a:pPr>
            <a:r>
              <a:rPr lang="en-US" altLang="fi-FI" sz="1800" dirty="0"/>
              <a:t>This course is structured as a guided walkthrough of the hardware design process.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Consists of the lectures and 7</a:t>
            </a:r>
            <a:r>
              <a:rPr lang="en-US" altLang="fi-FI" sz="1800" b="1" dirty="0"/>
              <a:t> </a:t>
            </a:r>
            <a:r>
              <a:rPr lang="en-US" altLang="fi-FI" sz="1800" dirty="0"/>
              <a:t>meetings, either remotely or in person, with the assistant.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One meeting after each design phase; The previous phase work is checked and the next phase discussed in each meeting.</a:t>
            </a:r>
          </a:p>
          <a:p>
            <a:pPr eaLnBrk="1" hangingPunct="1">
              <a:lnSpc>
                <a:spcPct val="80000"/>
              </a:lnSpc>
            </a:pPr>
            <a:endParaRPr lang="en-US" altLang="fi-FI" sz="1800" dirty="0"/>
          </a:p>
          <a:p>
            <a:pPr eaLnBrk="1" hangingPunct="1">
              <a:lnSpc>
                <a:spcPct val="80000"/>
              </a:lnSpc>
            </a:pPr>
            <a:endParaRPr lang="fi-FI" altLang="fi-FI" sz="18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5497F0-7CA5-7645-8541-29B8B41A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EED86F9-01F8-4E47-A6C8-41E1994F3112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9F73F-1FD6-209A-3AA2-FFA1A2F3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DA866-A518-27BF-5E48-92F552721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7286B402-16F2-44F1-BB4B-8F36FF0680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About the course</a:t>
            </a:r>
            <a:endParaRPr lang="en-US" altLang="fi-FI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3D22E451-4DDE-4FB8-9C1D-D10077CA3F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42108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fi-FI" sz="1800" dirty="0"/>
              <a:t>In this course students:</a:t>
            </a:r>
          </a:p>
          <a:p>
            <a:r>
              <a:rPr lang="en-US" altLang="fi-FI" sz="1800" dirty="0"/>
              <a:t>Go through the complete design and implementation process of an embedded device</a:t>
            </a:r>
          </a:p>
          <a:p>
            <a:r>
              <a:rPr lang="en-US" altLang="fi-FI" sz="1800" dirty="0"/>
              <a:t>Do formal requirement specification and technical specification, write to a specification document</a:t>
            </a:r>
          </a:p>
          <a:p>
            <a:r>
              <a:rPr lang="en-US" altLang="fi-FI" sz="1800" dirty="0"/>
              <a:t>Select and order suitable components for the device</a:t>
            </a:r>
          </a:p>
          <a:p>
            <a:r>
              <a:rPr lang="en-US" altLang="fi-FI" sz="1800" dirty="0"/>
              <a:t>Create schematics, layout and manufacturing files for a PCB</a:t>
            </a:r>
          </a:p>
          <a:p>
            <a:r>
              <a:rPr lang="en-US" altLang="fi-FI" sz="1800" dirty="0"/>
              <a:t>Populate the PCB and test the board</a:t>
            </a:r>
          </a:p>
          <a:p>
            <a:r>
              <a:rPr lang="en-US" altLang="fi-FI" sz="1800" dirty="0"/>
              <a:t>Design and implement software for the device</a:t>
            </a:r>
          </a:p>
          <a:p>
            <a:r>
              <a:rPr lang="en-US" altLang="fi-FI" sz="1800" dirty="0"/>
              <a:t>Do formal testing to verify that the device fills the requirements</a:t>
            </a:r>
          </a:p>
          <a:p>
            <a:r>
              <a:rPr lang="en-US" altLang="fi-FI" sz="1800" dirty="0"/>
              <a:t>Write final documentation / report (in parallel, during the whole process)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3B714A-E7B1-D2D1-F646-8FF984B60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613FC82-10C1-4B1D-B966-B809BE7A749F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4FFD2-38DD-67F2-5C9E-E818C69F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F1B1D-AACD-5BAB-56B1-666118CA8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7EB9-B96B-411A-9DFB-530A56340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04" y="185398"/>
            <a:ext cx="8229600" cy="1143000"/>
          </a:xfrm>
        </p:spPr>
        <p:txBody>
          <a:bodyPr/>
          <a:lstStyle/>
          <a:p>
            <a:r>
              <a:rPr lang="fi-FI" b="1" dirty="0"/>
              <a:t>About the course: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DB632-F52F-42C9-A6DC-7AD81E8F3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8398"/>
            <a:ext cx="5194920" cy="5196946"/>
          </a:xfrm>
        </p:spPr>
        <p:txBody>
          <a:bodyPr/>
          <a:lstStyle/>
          <a:p>
            <a:pPr marL="0" indent="0">
              <a:buNone/>
            </a:pPr>
            <a:r>
              <a:rPr lang="fi-FI" sz="1800" dirty="0"/>
              <a:t>In summary, in this course each group will make a prototype embedded device from start to finish:</a:t>
            </a:r>
          </a:p>
          <a:p>
            <a:pPr marL="0" indent="0">
              <a:buNone/>
            </a:pPr>
            <a:endParaRPr lang="fi-FI" sz="1800" dirty="0"/>
          </a:p>
          <a:p>
            <a:r>
              <a:rPr lang="fi-FI" sz="1800" dirty="0"/>
              <a:t>Own custom board with microcontroller</a:t>
            </a:r>
          </a:p>
          <a:p>
            <a:pPr lvl="1"/>
            <a:r>
              <a:rPr lang="fi-FI" sz="1500" dirty="0"/>
              <a:t>Requires some earlier HW development experience</a:t>
            </a:r>
          </a:p>
          <a:p>
            <a:pPr marL="0" indent="0">
              <a:buNone/>
            </a:pPr>
            <a:r>
              <a:rPr lang="fi-FI" sz="1800" dirty="0"/>
              <a:t>OR</a:t>
            </a:r>
          </a:p>
          <a:p>
            <a:r>
              <a:rPr lang="fi-FI" sz="1800" dirty="0"/>
              <a:t>Extension board to a development board (for example, </a:t>
            </a:r>
            <a:r>
              <a:rPr lang="en-FI" sz="1800" u="sng" dirty="0"/>
              <a:t>ESP32</a:t>
            </a:r>
            <a:r>
              <a:rPr lang="en-FI" sz="1800" dirty="0"/>
              <a:t>  or </a:t>
            </a:r>
            <a:r>
              <a:rPr lang="fi-FI" sz="1800" dirty="0"/>
              <a:t>STM32 Nucleo)</a:t>
            </a:r>
          </a:p>
          <a:p>
            <a:pPr lvl="1"/>
            <a:r>
              <a:rPr lang="fi-FI" sz="1500" dirty="0"/>
              <a:t>Aimed for less experienced &amp; small groups</a:t>
            </a:r>
          </a:p>
          <a:p>
            <a:pPr marL="0" indent="0">
              <a:buNone/>
            </a:pPr>
            <a:endParaRPr lang="fi-FI" sz="1800" dirty="0"/>
          </a:p>
          <a:p>
            <a:pPr marL="0" indent="0">
              <a:buNone/>
            </a:pPr>
            <a:r>
              <a:rPr lang="fi-FI" sz="1800" dirty="0"/>
              <a:t>(Use of breakout board modules is allowed for some components that are difficult to solder / work on.)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DFAFA-22BC-4885-9DB8-3CA921D0E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997" y="4707508"/>
            <a:ext cx="2122341" cy="20162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CA448-610F-43B1-B128-FBC68DCE1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460" y="476672"/>
            <a:ext cx="2016224" cy="201622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53682-0AD4-6E2B-EE00-002A05F4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71EBA5-23EB-4277-B56A-8C648BC2D0B2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AD797-4119-198B-F6E4-6521CE04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E0A17D-A227-5DD7-22E7-C3C0DB66E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5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D5803A7-BD43-41FE-8741-A824B36A4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708275"/>
            <a:ext cx="8229600" cy="1143000"/>
          </a:xfrm>
        </p:spPr>
        <p:txBody>
          <a:bodyPr/>
          <a:lstStyle/>
          <a:p>
            <a:r>
              <a:rPr lang="en-US" altLang="fi-FI" b="1" dirty="0">
                <a:solidFill>
                  <a:schemeClr val="bg1"/>
                </a:solidFill>
              </a:rPr>
              <a:t>Project phases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D4596-1D73-F41C-29AC-ADC37B3E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BF17B6-5DD3-4663-9EDF-41B49A4CB6BC}" type="datetime1">
              <a:rPr lang="en-US" smtClean="0">
                <a:solidFill>
                  <a:schemeClr val="bg1"/>
                </a:solidFill>
              </a:rPr>
              <a:t>1/7/2026</a:t>
            </a:fld>
            <a:endParaRPr lang="fi-FI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278DD3-DD61-0C18-5E69-D7CA0B77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 dirty="0">
                <a:solidFill>
                  <a:schemeClr val="bg1"/>
                </a:solidFill>
              </a:rPr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BD996-BE4F-4B9E-329B-31C8CEC1A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98F4374-6682-464E-9F59-EEBCEDF72C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/>
              <a:t>Design phases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0F0A65E-05EC-40C3-8ECE-3DB2A5D79E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76825" y="1484313"/>
            <a:ext cx="3970338" cy="4525962"/>
          </a:xfrm>
        </p:spPr>
        <p:txBody>
          <a:bodyPr/>
          <a:lstStyle/>
          <a:p>
            <a:pPr marL="457200" indent="-457200">
              <a:buFontTx/>
              <a:buNone/>
            </a:pPr>
            <a:r>
              <a:rPr lang="en-US" altLang="fi-FI" sz="1600" dirty="0"/>
              <a:t>In practice:</a:t>
            </a:r>
          </a:p>
          <a:p>
            <a:pPr marL="457200" indent="-457200">
              <a:buFontTx/>
              <a:buAutoNum type="arabicPeriod"/>
            </a:pPr>
            <a:r>
              <a:rPr lang="en-US" altLang="fi-FI" sz="1600" dirty="0"/>
              <a:t>Requirement specification, Technical specification, test plan, Schedule</a:t>
            </a:r>
            <a:br>
              <a:rPr lang="en-US" altLang="fi-FI" sz="1600" dirty="0"/>
            </a:br>
            <a:endParaRPr lang="en-US" altLang="fi-FI" sz="1600" dirty="0"/>
          </a:p>
          <a:p>
            <a:pPr marL="457200" indent="-457200">
              <a:buFontTx/>
              <a:buAutoNum type="arabicPeriod"/>
            </a:pPr>
            <a:r>
              <a:rPr lang="en-US" altLang="fi-FI" sz="1600" dirty="0"/>
              <a:t>Schematics, component ordering</a:t>
            </a:r>
            <a:br>
              <a:rPr lang="en-US" altLang="fi-FI" sz="1600" dirty="0"/>
            </a:br>
            <a:endParaRPr lang="en-US" altLang="fi-FI" sz="1600" dirty="0"/>
          </a:p>
          <a:p>
            <a:pPr marL="457200" indent="-457200">
              <a:buFontTx/>
              <a:buAutoNum type="arabicPeriod"/>
            </a:pPr>
            <a:r>
              <a:rPr lang="en-US" altLang="fi-FI" sz="1600" dirty="0"/>
              <a:t>Layout and manufacturing files, PCB ordering</a:t>
            </a:r>
            <a:br>
              <a:rPr lang="en-US" altLang="fi-FI" sz="1600" dirty="0"/>
            </a:br>
            <a:endParaRPr lang="en-US" altLang="fi-FI" sz="1600" dirty="0"/>
          </a:p>
          <a:p>
            <a:pPr marL="457200" indent="-457200">
              <a:buFontTx/>
              <a:buAutoNum type="arabicPeriod"/>
            </a:pPr>
            <a:r>
              <a:rPr lang="en-US" altLang="fi-FI" sz="1600" dirty="0"/>
              <a:t>Populating the board and electrical testing</a:t>
            </a:r>
            <a:br>
              <a:rPr lang="en-US" altLang="fi-FI" sz="1600" dirty="0"/>
            </a:br>
            <a:endParaRPr lang="en-US" altLang="fi-FI" sz="1600" dirty="0"/>
          </a:p>
          <a:p>
            <a:pPr marL="457200" indent="-457200">
              <a:buFontTx/>
              <a:buAutoNum type="arabicPeriod"/>
            </a:pPr>
            <a:r>
              <a:rPr lang="en-US" altLang="fi-FI" sz="1600" dirty="0"/>
              <a:t>Programming software and testing</a:t>
            </a:r>
            <a:br>
              <a:rPr lang="en-US" altLang="fi-FI" sz="1600" dirty="0"/>
            </a:br>
            <a:endParaRPr lang="en-US" altLang="fi-FI" sz="1600" dirty="0"/>
          </a:p>
          <a:p>
            <a:pPr marL="457200" indent="-457200">
              <a:buFontTx/>
              <a:buAutoNum type="arabicPeriod"/>
            </a:pPr>
            <a:r>
              <a:rPr lang="en-US" altLang="fi-FI" sz="1600" dirty="0"/>
              <a:t>Final demonstration and Final report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7A02D231-7A45-4DAD-8C16-68FD60692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4313"/>
            <a:ext cx="4665663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F8EECF-7E5C-D758-FC1C-BCD3C648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F4FB8B-CA4C-40AC-885F-1AD53BBAF8E6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720C8-2E99-6A08-3D8F-15F00067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A84C3-4779-357A-7940-428655B03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903F1B4-B133-4AB9-BE2A-A9BB71EBBC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8229600" cy="1143000"/>
          </a:xfrm>
        </p:spPr>
        <p:txBody>
          <a:bodyPr/>
          <a:lstStyle/>
          <a:p>
            <a:r>
              <a:rPr lang="en-US" altLang="fi-FI" b="1" dirty="0"/>
              <a:t>Phase 1: Planning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92FCB867-044C-4B47-9B9A-58808E628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557338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fi-FI" dirty="0"/>
              <a:t>Requirement specification</a:t>
            </a:r>
          </a:p>
          <a:p>
            <a:r>
              <a:rPr lang="en-US" altLang="fi-FI" dirty="0"/>
              <a:t>List of features</a:t>
            </a:r>
          </a:p>
          <a:p>
            <a:pPr lvl="1"/>
            <a:r>
              <a:rPr lang="en-US" altLang="fi-FI" sz="1600" dirty="0"/>
              <a:t>Figure out what is the purpose and required functions of your device</a:t>
            </a:r>
          </a:p>
          <a:p>
            <a:r>
              <a:rPr lang="en-US" altLang="fi-FI" dirty="0"/>
              <a:t>Evaluating requirements (like storage, power, time of operation)</a:t>
            </a:r>
          </a:p>
          <a:p>
            <a:pPr lvl="1"/>
            <a:r>
              <a:rPr lang="en-US" altLang="fi-FI" sz="1600" dirty="0"/>
              <a:t>For example: logging 10 hours of motor temperatures from 4 places, twice in a second to SD card</a:t>
            </a:r>
            <a:br>
              <a:rPr lang="en-US" altLang="fi-FI" sz="1600" dirty="0"/>
            </a:br>
            <a:r>
              <a:rPr lang="en-US" altLang="fi-FI" sz="1600" dirty="0"/>
              <a:t>-&gt; You need to find system requirements for memory, storage, power usage, computational speed, size of the device,…</a:t>
            </a:r>
          </a:p>
          <a:p>
            <a:pPr lvl="1"/>
            <a:r>
              <a:rPr lang="en-US" altLang="fi-FI" sz="1600" dirty="0"/>
              <a:t>You need to have a clear idea of the requirements when selecting, for example, a temperature sensor from thousands of options available from online sources</a:t>
            </a:r>
          </a:p>
          <a:p>
            <a:r>
              <a:rPr lang="en-US" altLang="fi-FI" dirty="0"/>
              <a:t>Use numbering and hierarchy in documentation:</a:t>
            </a:r>
          </a:p>
          <a:p>
            <a:pPr lvl="1"/>
            <a:r>
              <a:rPr lang="en-US" altLang="fi-FI" sz="1600" dirty="0"/>
              <a:t>Req_1: User interface, </a:t>
            </a:r>
          </a:p>
          <a:p>
            <a:pPr lvl="1"/>
            <a:r>
              <a:rPr lang="en-US" altLang="fi-FI" sz="1600" dirty="0"/>
              <a:t>Req_1.1: </a:t>
            </a:r>
            <a:r>
              <a:rPr lang="en-FI" altLang="fi-FI" sz="1600" dirty="0"/>
              <a:t>start button</a:t>
            </a:r>
            <a:r>
              <a:rPr lang="en-US" altLang="fi-FI" sz="1600" dirty="0"/>
              <a:t>,</a:t>
            </a:r>
            <a:r>
              <a:rPr lang="en-FI" altLang="fi-FI" sz="1600" dirty="0"/>
              <a:t> stop button</a:t>
            </a:r>
            <a:endParaRPr lang="en-US" altLang="fi-FI" sz="1600" dirty="0"/>
          </a:p>
          <a:p>
            <a:pPr lvl="1"/>
            <a:r>
              <a:rPr lang="en-US" altLang="fi-FI" sz="1600" dirty="0"/>
              <a:t>Req_2: Measuring temperature</a:t>
            </a:r>
            <a:r>
              <a:rPr lang="en-FI" altLang="fi-FI" sz="1600" dirty="0"/>
              <a:t>, params: 1 Hz,  1 digit, min -30, max 50 </a:t>
            </a:r>
            <a:endParaRPr lang="en-US" altLang="fi-FI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95A09-735C-3EE9-2A24-F4FD7816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FCFAA3-746B-4760-BFBF-D66D8E02E6DA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1ECC1-EFE3-B2B7-F3D8-A7690955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D5AD9E-2309-BEE9-75E6-68CA38A70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F7811F52-79E7-45CE-A6FE-FBB52EDAFA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251617"/>
            <a:ext cx="7886700" cy="1325563"/>
          </a:xfrm>
        </p:spPr>
        <p:txBody>
          <a:bodyPr/>
          <a:lstStyle/>
          <a:p>
            <a:r>
              <a:rPr lang="en-US" altLang="fi-FI" b="1" dirty="0"/>
              <a:t>Phase 1: Planning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08395838-6F25-4BAE-B3CF-A8F5F1590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417638"/>
            <a:ext cx="8784976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fi-FI" dirty="0"/>
              <a:t>Technical specification</a:t>
            </a:r>
          </a:p>
          <a:p>
            <a:r>
              <a:rPr lang="en-US" altLang="fi-FI" sz="1600" dirty="0"/>
              <a:t>Determine the technical solution against requirement specification</a:t>
            </a:r>
          </a:p>
          <a:p>
            <a:r>
              <a:rPr lang="en-US" altLang="fi-FI" sz="1600" dirty="0"/>
              <a:t>Study application notes and component datasheets of potential components</a:t>
            </a:r>
          </a:p>
          <a:p>
            <a:pPr lvl="1"/>
            <a:r>
              <a:rPr lang="en-US" altLang="fi-FI" sz="1400" dirty="0"/>
              <a:t>Only select components that are available well stocked and at a reasonable price</a:t>
            </a:r>
          </a:p>
          <a:p>
            <a:pPr lvl="1"/>
            <a:r>
              <a:rPr lang="en-US" altLang="fi-FI" sz="1400" dirty="0"/>
              <a:t>Determine are they suitable for your application</a:t>
            </a:r>
          </a:p>
          <a:p>
            <a:pPr lvl="1"/>
            <a:r>
              <a:rPr lang="en-US" altLang="fi-FI" sz="1400" dirty="0"/>
              <a:t>Try to find ones with easy to use &amp; understandable built in functionalities, for example through UART, SPI, I2C, …</a:t>
            </a:r>
          </a:p>
          <a:p>
            <a:r>
              <a:rPr lang="en-US" altLang="fi-FI" sz="1600" dirty="0"/>
              <a:t>Try to use only one regulated voltage, like 5V or 3.3V if possible.</a:t>
            </a:r>
          </a:p>
          <a:p>
            <a:r>
              <a:rPr lang="en-US" altLang="fi-FI" sz="1600" dirty="0"/>
              <a:t>Do component comparison and final choices</a:t>
            </a:r>
          </a:p>
          <a:p>
            <a:r>
              <a:rPr lang="en-US" altLang="fi-FI" sz="1600" dirty="0"/>
              <a:t>Select a microcontroller / MCU development kit that contains suitable features (communication interfaces and others, such as DACs, ADCs, PWMs,…)</a:t>
            </a:r>
          </a:p>
          <a:p>
            <a:r>
              <a:rPr lang="en-US" altLang="fi-FI" sz="1600" dirty="0"/>
              <a:t>Preliminary calculations of IC related passive component values and requirements</a:t>
            </a:r>
          </a:p>
          <a:p>
            <a:r>
              <a:rPr lang="en-US" altLang="fi-FI" sz="1600" dirty="0"/>
              <a:t>Initial software specification (sketch the initial software structure, find out what libraries / tools can be used to make the implementation easier)</a:t>
            </a:r>
          </a:p>
          <a:p>
            <a:endParaRPr lang="en-US" altLang="fi-FI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4FC25E-11FA-01B1-86BC-C51CD7FB4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5A8E79-8396-489B-AA0F-E954A35D39C2}" type="datetime1">
              <a:rPr lang="en-US" smtClean="0"/>
              <a:t>1/7/2026</a:t>
            </a:fld>
            <a:endParaRPr lang="fi-FI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672D4A-227E-10D9-C7D5-9E507714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BD0A4-26A1-1A87-7602-8481F5BB8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BF88-EE4C-07D2-65D5-6FE5881D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 dirty="0"/>
              <a:t>Phase 1: Planning(Tips)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B7A90-6FCE-A091-1435-E0CAC2DB9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Team will be assigned a project folder in Moodle.</a:t>
            </a:r>
          </a:p>
          <a:p>
            <a:r>
              <a:rPr lang="en-GB" dirty="0"/>
              <a:t>Comparison Sheet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ABBDF8-CFB1-BC01-B80E-7C9A415BB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636912"/>
            <a:ext cx="7699514" cy="341297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7C5E3C-7A00-EE83-800A-4CFC8C87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B224900-FBBA-4A1C-B66A-B256E2646762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14D61-C14C-DC0A-F934-509821EAC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45E05-04C8-C5DF-42C3-15BBBE5951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28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40938576-9A46-4F4E-9BA0-1FA13844C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 dirty="0"/>
              <a:t>Phase 1: Planning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1D112035-02FF-4476-A8D1-0260B59889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/>
          <a:lstStyle/>
          <a:p>
            <a:pPr>
              <a:buFontTx/>
              <a:buNone/>
            </a:pPr>
            <a:r>
              <a:rPr lang="en-US" altLang="fi-FI" dirty="0"/>
              <a:t>Test plan</a:t>
            </a:r>
          </a:p>
          <a:p>
            <a:pPr lvl="1"/>
            <a:r>
              <a:rPr lang="en-US" altLang="fi-FI" sz="1600" dirty="0"/>
              <a:t>How to verify that each requirement is filled</a:t>
            </a:r>
          </a:p>
          <a:p>
            <a:pPr lvl="2"/>
            <a:r>
              <a:rPr lang="en-US" altLang="fi-FI" sz="1600" dirty="0"/>
              <a:t>Calibration? Reference measurement?</a:t>
            </a:r>
          </a:p>
          <a:p>
            <a:pPr lvl="2"/>
            <a:r>
              <a:rPr lang="en-US" altLang="fi-FI" sz="1600" dirty="0"/>
              <a:t>Example: temperature measurement with a reference device</a:t>
            </a:r>
          </a:p>
          <a:p>
            <a:pPr lvl="1"/>
            <a:r>
              <a:rPr lang="en-US" altLang="fi-FI" sz="1600" dirty="0"/>
              <a:t>How to test that technical solutions works as expected</a:t>
            </a:r>
          </a:p>
          <a:p>
            <a:pPr lvl="1"/>
            <a:r>
              <a:rPr lang="en-US" altLang="fi-FI" sz="1600" dirty="0"/>
              <a:t>If minimum and maximum requirement exist, how to measure in these conditions </a:t>
            </a:r>
          </a:p>
          <a:p>
            <a:pPr>
              <a:buFontTx/>
              <a:buNone/>
            </a:pPr>
            <a:r>
              <a:rPr lang="en-US" altLang="fi-FI" dirty="0"/>
              <a:t>Schedule</a:t>
            </a:r>
          </a:p>
          <a:p>
            <a:pPr lvl="1"/>
            <a:r>
              <a:rPr lang="en-US" altLang="fi-FI" sz="1600" dirty="0"/>
              <a:t>Reserve weekly hours that you are able/will spend on this project</a:t>
            </a:r>
          </a:p>
          <a:p>
            <a:pPr lvl="1"/>
            <a:r>
              <a:rPr lang="en-US" altLang="fi-FI" sz="1600" dirty="0"/>
              <a:t>Deadlines for each phase to complete project in time</a:t>
            </a:r>
          </a:p>
          <a:p>
            <a:pPr lvl="2"/>
            <a:r>
              <a:rPr lang="en-US" altLang="fi-FI" sz="1600" dirty="0"/>
              <a:t>Define what needs to be done before DL</a:t>
            </a:r>
          </a:p>
          <a:p>
            <a:pPr lvl="1"/>
            <a:r>
              <a:rPr lang="en-US" altLang="fi-FI" sz="1600" dirty="0">
                <a:solidFill>
                  <a:srgbClr val="00B0F0"/>
                </a:solidFill>
              </a:rPr>
              <a:t>Continuously update the log of used hours to learn how much time each job is taking in practice in the design process</a:t>
            </a:r>
          </a:p>
          <a:p>
            <a:pPr lvl="1"/>
            <a:r>
              <a:rPr lang="en-US" altLang="fi-FI" sz="1600" dirty="0"/>
              <a:t>Keep your time schedule</a:t>
            </a:r>
          </a:p>
          <a:p>
            <a:pPr lvl="2"/>
            <a:r>
              <a:rPr lang="en-US" altLang="fi-FI" sz="1600" dirty="0"/>
              <a:t>If schedule is missed, do rescheduling</a:t>
            </a:r>
          </a:p>
          <a:p>
            <a:pPr lvl="1"/>
            <a:r>
              <a:rPr lang="en-US" altLang="fi-FI" sz="1600" dirty="0"/>
              <a:t>Report progress in phase meetings &amp; keep documents up to date</a:t>
            </a:r>
          </a:p>
          <a:p>
            <a:pPr lvl="2"/>
            <a:r>
              <a:rPr lang="en-US" altLang="fi-FI" sz="1600" dirty="0">
                <a:solidFill>
                  <a:srgbClr val="00B0F0"/>
                </a:solidFill>
              </a:rPr>
              <a:t>Agree suitable weekly/Biweekly meeting with your course assistant</a:t>
            </a:r>
          </a:p>
          <a:p>
            <a:endParaRPr lang="en-US" altLang="fi-FI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E0B3A-4F5A-97CD-F8CD-1A9C67C6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0A1F66-589D-44F1-AA3F-79C9294C8906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AB650D-43AA-A659-9AF1-2545F333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3F5C9-EF8E-C5CC-9D4E-2D949E134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ACB31EC7-76CB-493F-8824-53A83C376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 dirty="0"/>
              <a:t>Phase 2: Schematics &amp; component use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01016CB5-5DDC-44A8-930A-47232A6BC4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i-FI" sz="1600" dirty="0"/>
              <a:t>Information sources for designing schematics: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The datasheets of the components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Study the related application notes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"</a:t>
            </a:r>
            <a:r>
              <a:rPr lang="en-US" altLang="fi-FI" sz="1600" dirty="0">
                <a:solidFill>
                  <a:srgbClr val="00B0F0"/>
                </a:solidFill>
              </a:rPr>
              <a:t>typical application</a:t>
            </a:r>
            <a:r>
              <a:rPr lang="en-US" altLang="fi-FI" sz="1600" dirty="0"/>
              <a:t>“ sections from the datasheets</a:t>
            </a:r>
          </a:p>
          <a:p>
            <a:pPr eaLnBrk="1" hangingPunct="1">
              <a:lnSpc>
                <a:spcPct val="80000"/>
              </a:lnSpc>
            </a:pPr>
            <a:endParaRPr lang="en-US" altLang="fi-FI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i-FI" sz="1600" dirty="0"/>
              <a:t>Common practical schematic design considerations:</a:t>
            </a:r>
          </a:p>
          <a:p>
            <a:pPr eaLnBrk="1" hangingPunct="1">
              <a:lnSpc>
                <a:spcPct val="80000"/>
              </a:lnSpc>
            </a:pPr>
            <a:r>
              <a:rPr lang="fi-FI" altLang="fi-FI" sz="1600" dirty="0"/>
              <a:t>See how to regulate operating voltage</a:t>
            </a:r>
            <a:endParaRPr lang="en-US" altLang="fi-FI" sz="1600" dirty="0"/>
          </a:p>
          <a:p>
            <a:pPr eaLnBrk="1" hangingPunct="1">
              <a:lnSpc>
                <a:spcPct val="80000"/>
              </a:lnSpc>
            </a:pPr>
            <a:r>
              <a:rPr lang="fi-FI" altLang="fi-FI" sz="1600" dirty="0"/>
              <a:t>Find out how to use filtering / bypass capacitors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Find out what are pull-up and pull-down resistors</a:t>
            </a:r>
            <a:endParaRPr lang="fi-FI" altLang="fi-FI" sz="1600" dirty="0"/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Don’t forget adding testing points (HW measurements with scope &amp; other tools)</a:t>
            </a:r>
          </a:p>
          <a:p>
            <a:pPr lvl="1" eaLnBrk="1" hangingPunct="1">
              <a:lnSpc>
                <a:spcPct val="80000"/>
              </a:lnSpc>
            </a:pPr>
            <a:r>
              <a:rPr lang="fi-FI" altLang="fi-FI" sz="1600" dirty="0">
                <a:hlinkClick r:id="rId2"/>
              </a:rPr>
              <a:t>https://openhardwaremonitor.org/</a:t>
            </a:r>
            <a:endParaRPr lang="fi-FI" altLang="fi-FI" sz="1600" dirty="0"/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Never connect any output capable pin directly to the ground or power supply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fi-FI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i-FI" sz="1600" dirty="0"/>
              <a:t>Some tips: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Use comments on the schematics to clarify solutions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When technical specification is complete, group is allowed to order components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Use component order list provided in the course web page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fi-FI" sz="1600" dirty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fi-FI" sz="1600" dirty="0"/>
              <a:t>Recommended schematics &amp; PCB design tool: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 err="1"/>
              <a:t>KiCad</a:t>
            </a:r>
            <a:r>
              <a:rPr lang="en-US" altLang="fi-FI" sz="1600" dirty="0"/>
              <a:t>                            </a:t>
            </a:r>
            <a:r>
              <a:rPr lang="fi-FI" altLang="fi-FI" sz="1600" dirty="0">
                <a:hlinkClick r:id="rId3"/>
              </a:rPr>
              <a:t>https://www.kicad.org</a:t>
            </a:r>
            <a:r>
              <a:rPr lang="fi-FI" altLang="fi-FI" sz="1600" dirty="0"/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603A9-7E37-FB77-6796-229B36A0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CC9233-9815-447B-BD1D-6AADCD49A157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F537C-0CC8-0330-C5C7-9D0403B0B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7ECE2-3455-8CD1-1E71-6D27D7C7B7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2E8E7E5E-0442-47FB-9D18-7693017FA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sz="2800" b="1" dirty="0"/>
              <a:t>Phase 3: Layout and manufacturing files, PCB ordering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B998E494-BEA3-48C3-9F04-DE91835AEE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fi-FI" sz="1600" dirty="0"/>
              <a:t>Layout:</a:t>
            </a:r>
          </a:p>
          <a:p>
            <a:r>
              <a:rPr lang="en-US" altLang="fi-FI" sz="1600" dirty="0"/>
              <a:t>Aim for short tracks to avoid disturbances between tracks and other Electro Magnetic Interference (EMI)</a:t>
            </a:r>
            <a:endParaRPr lang="en-US" altLang="fi-FI" sz="1600" b="1" dirty="0"/>
          </a:p>
          <a:p>
            <a:r>
              <a:rPr lang="en-US" altLang="fi-FI" sz="1600" dirty="0"/>
              <a:t>You can use SMD components but choose components you are able to solder manually!</a:t>
            </a:r>
          </a:p>
          <a:p>
            <a:pPr lvl="1"/>
            <a:r>
              <a:rPr lang="en-US" altLang="fi-FI" sz="1600" dirty="0"/>
              <a:t>If you are experienced enough, you may use the reflow / soldering oven. However, if you misuse the oven, it can destroy your board &amp; components! (You wouldn’t bake the same pizza more than once either</a:t>
            </a:r>
            <a:r>
              <a:rPr lang="en-FI" altLang="fi-FI" sz="1600" dirty="0"/>
              <a:t>…</a:t>
            </a:r>
            <a:r>
              <a:rPr lang="en-US" altLang="fi-FI" sz="1600" dirty="0"/>
              <a:t>)</a:t>
            </a:r>
          </a:p>
          <a:p>
            <a:r>
              <a:rPr lang="en-US" altLang="fi-FI" sz="1600" dirty="0"/>
              <a:t>Try to route your board with a principle that you use the top layer for vertical tracks and bottom layer for horizontal tracks. Or vice versa.</a:t>
            </a:r>
          </a:p>
          <a:p>
            <a:r>
              <a:rPr lang="en-US" altLang="fi-FI" sz="1600" dirty="0"/>
              <a:t>Clearance around important routes help debugging &amp; fixing, if necessary</a:t>
            </a:r>
          </a:p>
          <a:p>
            <a:r>
              <a:rPr lang="en-US" altLang="fi-FI" sz="1600" dirty="0"/>
              <a:t>Place the filter / bypass capacitors of IC components as close as possible to the corresponding IC </a:t>
            </a:r>
            <a:r>
              <a:rPr lang="en-US" altLang="fi-FI" sz="1600" dirty="0" err="1"/>
              <a:t>Vcc</a:t>
            </a:r>
            <a:r>
              <a:rPr lang="en-US" altLang="fi-FI" sz="1600" dirty="0"/>
              <a:t> and </a:t>
            </a:r>
            <a:r>
              <a:rPr lang="en-US" altLang="fi-FI" sz="1600" dirty="0" err="1"/>
              <a:t>Gnd</a:t>
            </a:r>
            <a:r>
              <a:rPr lang="en-US" altLang="fi-FI" sz="1600" dirty="0"/>
              <a:t> pins.</a:t>
            </a:r>
          </a:p>
          <a:p>
            <a:r>
              <a:rPr lang="en-US" altLang="fi-FI" sz="1600" dirty="0"/>
              <a:t>Try to keep the supply voltage paths short to each IC from the regulators.</a:t>
            </a:r>
          </a:p>
          <a:p>
            <a:r>
              <a:rPr lang="en-US" altLang="fi-FI" sz="1600" dirty="0"/>
              <a:t>Choose the track width according the maximum current that goes through it.</a:t>
            </a:r>
          </a:p>
          <a:p>
            <a:r>
              <a:rPr lang="en-US" altLang="fi-FI" sz="1600" dirty="0"/>
              <a:t>Remember to add test pads / pins in easily usable locations</a:t>
            </a:r>
          </a:p>
          <a:p>
            <a:r>
              <a:rPr lang="en-US" altLang="fi-FI" sz="1600" dirty="0"/>
              <a:t>Connect any unused / extra copper areas of your board to ground</a:t>
            </a:r>
          </a:p>
          <a:p>
            <a:endParaRPr lang="en-US" altLang="fi-FI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607363-858E-9E95-2362-1D0D0E08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B5E479-6382-481A-9BBA-07271C087D88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C3AFC-40BE-4342-EB3A-5FEC01EA2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123637-7639-1231-1943-DFB3BA5E2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1269DE8B-D2E9-4CBC-8200-6004431D2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sz="2800" b="1"/>
              <a:t>Phase 3: Layout and manufacturing files, PCB ordering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EEAA3E73-4E0A-4FFD-94E0-FBB7679D88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fi-FI" sz="1600" dirty="0"/>
              <a:t>Manufacturing files:</a:t>
            </a:r>
          </a:p>
          <a:p>
            <a:r>
              <a:rPr lang="en-US" altLang="fi-FI" sz="1600" dirty="0"/>
              <a:t>After drawing a PCB layout, print it as a 1:1 size print and try if the components fit</a:t>
            </a:r>
          </a:p>
          <a:p>
            <a:r>
              <a:rPr lang="en-US" altLang="fi-FI" sz="1600" dirty="0"/>
              <a:t>Run Design Rule Check (DRC) against the given parameters</a:t>
            </a:r>
          </a:p>
          <a:p>
            <a:r>
              <a:rPr lang="en-US" altLang="fi-FI" sz="1600" dirty="0"/>
              <a:t>Plot and inspect PCB production Gerber files with </a:t>
            </a:r>
            <a:r>
              <a:rPr lang="en-US" altLang="fi-FI" sz="1600" dirty="0" err="1"/>
              <a:t>KiCad</a:t>
            </a:r>
            <a:endParaRPr lang="en-US" altLang="fi-FI" sz="1600" dirty="0"/>
          </a:p>
          <a:p>
            <a:endParaRPr lang="en-US" altLang="fi-FI" sz="1600" dirty="0"/>
          </a:p>
          <a:p>
            <a:pPr>
              <a:buFontTx/>
              <a:buNone/>
            </a:pPr>
            <a:r>
              <a:rPr lang="en-US" altLang="fi-FI" sz="1600" dirty="0"/>
              <a:t>PCB ordering (when permission given by Assistant):</a:t>
            </a:r>
          </a:p>
          <a:p>
            <a:r>
              <a:rPr lang="en-US" altLang="fi-FI" sz="1600" dirty="0"/>
              <a:t>Manufacturing for free at the university’s PCB workshop</a:t>
            </a:r>
          </a:p>
          <a:p>
            <a:r>
              <a:rPr lang="en-US" altLang="fi-FI" sz="1600" dirty="0"/>
              <a:t>If you want to have multiples of your own boards to keep: Order from China for example from: http://imall.iteadstudio.com/open-pcb/pcb-prototyping.html  </a:t>
            </a:r>
            <a:br>
              <a:rPr lang="en-US" altLang="fi-FI" sz="1600" dirty="0"/>
            </a:br>
            <a:r>
              <a:rPr lang="en-US" altLang="fi-FI" sz="1600" dirty="0"/>
              <a:t>10 pieces 50x50mm at 9.90 $</a:t>
            </a:r>
          </a:p>
          <a:p>
            <a:pPr lvl="1"/>
            <a:r>
              <a:rPr lang="en-US" altLang="fi-FI" sz="1600" dirty="0"/>
              <a:t>However, take in to account a long delivery time with the cheapest delivery options</a:t>
            </a:r>
          </a:p>
          <a:p>
            <a:endParaRPr lang="en-US" altLang="fi-FI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5449F4-B72C-E545-1A5E-00DB7D49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E6A71F-222C-405A-BE28-032182668366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880A1-5802-F2BC-37E6-154592D7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B60834-0E39-132D-33E0-892DB5C66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F505791-CCF7-4272-997F-0E24C604D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sz="2800" b="1" dirty="0"/>
              <a:t>Phase 4: Populating the board and electrical testing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347859F1-5D73-410B-AE51-22B8C378F6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4845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Hand operated SMD pick and place manipulator for populating the board in Fab Lab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For physical measurement of electrical features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fi-FI" sz="1600" dirty="0"/>
              <a:t>Oscilloscopes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fi-FI" sz="1600" dirty="0" err="1"/>
              <a:t>Multimeters</a:t>
            </a:r>
            <a:endParaRPr lang="en-US" altLang="fi-FI" sz="1600" dirty="0"/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Measure all traces / soldered points to adjacent traces, grounds and supply voltages ensuring there are no shorts before connecting the power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fi-FI" sz="1600" dirty="0" err="1"/>
              <a:t>Multimeter</a:t>
            </a:r>
            <a:r>
              <a:rPr lang="en-US" altLang="fi-FI" sz="1600" dirty="0"/>
              <a:t> resistance / continuity tester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fi-FI" sz="1600" dirty="0"/>
              <a:t>For powering up the device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fi-FI" sz="1600" dirty="0"/>
              <a:t>DC power sources (use appropriate current limit initially to avoid total destruction)</a:t>
            </a:r>
          </a:p>
          <a:p>
            <a:r>
              <a:rPr lang="en-US" altLang="fi-FI" sz="1600" dirty="0"/>
              <a:t>Testing</a:t>
            </a:r>
          </a:p>
          <a:p>
            <a:pPr lvl="1"/>
            <a:r>
              <a:rPr lang="en-US" altLang="fi-FI" sz="1600" dirty="0"/>
              <a:t>Work systematically</a:t>
            </a:r>
          </a:p>
          <a:p>
            <a:pPr lvl="1"/>
            <a:r>
              <a:rPr lang="en-US" altLang="fi-FI" sz="1600" dirty="0"/>
              <a:t>Use scope to test the signals are what you expect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fi-FI" sz="1600" dirty="0"/>
              <a:t>To test some basic functionalities, write simple software routines</a:t>
            </a:r>
          </a:p>
        </p:txBody>
      </p:sp>
      <p:pic>
        <p:nvPicPr>
          <p:cNvPr id="14340" name="Picture 7" descr="Integrated time/pressure dispenser">
            <a:extLst>
              <a:ext uri="{FF2B5EF4-FFF2-40B4-BE49-F238E27FC236}">
                <a16:creationId xmlns:a16="http://schemas.microsoft.com/office/drawing/2014/main" id="{CA6DE174-BAC7-45C9-96F4-0243E919C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5300663"/>
            <a:ext cx="1993900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2" descr="http://www.ee.oulu.fi/research/tklab/courses/521423S/1234/pic/163x650_pmi.jpg">
            <a:extLst>
              <a:ext uri="{FF2B5EF4-FFF2-40B4-BE49-F238E27FC236}">
                <a16:creationId xmlns:a16="http://schemas.microsoft.com/office/drawing/2014/main" id="{82EF1C39-DD83-4D86-BA5F-5986E165F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5229225"/>
            <a:ext cx="185261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4" descr="http://www.ee.oulu.fi/research/tklab/courses/521423S/1234/pic/voltagemeter.jpg">
            <a:extLst>
              <a:ext uri="{FF2B5EF4-FFF2-40B4-BE49-F238E27FC236}">
                <a16:creationId xmlns:a16="http://schemas.microsoft.com/office/drawing/2014/main" id="{DD9E0759-B794-449E-92BF-95866392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5084763"/>
            <a:ext cx="13208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013EF-95FE-293B-00C6-865A060D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38C03A-1E32-44F6-96C8-9F185345C940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5D3BD-D295-DD0E-AEDE-AD6605AF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BA383F-D31C-BDF2-314F-5A0DC6176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105B1043-D4A2-4F86-9645-0EA8676FF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sz="2800" b="1" dirty="0"/>
              <a:t>Phase 5: Software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B237FC2-6E16-40CD-B906-0C6F624632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5179714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fi-FI" sz="1600" dirty="0"/>
              <a:t>Software design:</a:t>
            </a:r>
          </a:p>
          <a:p>
            <a:r>
              <a:rPr lang="en-US" altLang="fi-FI" sz="1600" dirty="0"/>
              <a:t>Develop the software parallel to hardware, write simple testing routines as early as possible for verifying that individual hardware components are working correctly</a:t>
            </a:r>
          </a:p>
          <a:p>
            <a:r>
              <a:rPr lang="en-US" altLang="fi-FI" sz="1600" dirty="0"/>
              <a:t>You may use C or C++, but other languages are allowed also if necessary</a:t>
            </a:r>
          </a:p>
          <a:p>
            <a:r>
              <a:rPr lang="en-US" altLang="fi-FI" sz="1600" dirty="0"/>
              <a:t>You may use open source libraries / functions to get the devices working</a:t>
            </a:r>
          </a:p>
          <a:p>
            <a:r>
              <a:rPr lang="en-US" altLang="fi-FI" sz="1600" dirty="0"/>
              <a:t>Plan SW timing, like how many times a second something needs to be done</a:t>
            </a:r>
          </a:p>
          <a:p>
            <a:pPr>
              <a:buFontTx/>
              <a:buNone/>
            </a:pPr>
            <a:endParaRPr lang="en-US" altLang="fi-FI" sz="1600" dirty="0"/>
          </a:p>
          <a:p>
            <a:pPr>
              <a:buFontTx/>
              <a:buNone/>
            </a:pPr>
            <a:r>
              <a:rPr lang="en-US" altLang="fi-FI" sz="1600" dirty="0"/>
              <a:t>Coding:</a:t>
            </a:r>
          </a:p>
          <a:p>
            <a:r>
              <a:rPr lang="en-US" altLang="fi-FI" sz="1600" dirty="0"/>
              <a:t>Split software to modules. For example </a:t>
            </a:r>
            <a:r>
              <a:rPr lang="en-US" altLang="fi-FI" sz="1600" dirty="0" err="1"/>
              <a:t>SPI.c</a:t>
            </a:r>
            <a:r>
              <a:rPr lang="en-US" altLang="fi-FI" sz="1600" dirty="0"/>
              <a:t>, I2C.c, </a:t>
            </a:r>
            <a:r>
              <a:rPr lang="en-US" altLang="fi-FI" sz="1600" dirty="0" err="1"/>
              <a:t>X_sensor.c</a:t>
            </a:r>
            <a:endParaRPr lang="en-US" altLang="fi-FI" sz="1600" dirty="0"/>
          </a:p>
          <a:p>
            <a:r>
              <a:rPr lang="en-US" altLang="fi-FI" sz="1600" dirty="0" err="1"/>
              <a:t>Main.c</a:t>
            </a:r>
            <a:r>
              <a:rPr lang="en-US" altLang="fi-FI" sz="1600" dirty="0"/>
              <a:t> should contain only high level function calls and the main loop</a:t>
            </a:r>
          </a:p>
          <a:p>
            <a:r>
              <a:rPr lang="en-US" altLang="fi-FI" sz="1600" dirty="0"/>
              <a:t>Design the use of interrupts and polling</a:t>
            </a:r>
          </a:p>
          <a:p>
            <a:r>
              <a:rPr lang="en-US" altLang="fi-FI" sz="1600" dirty="0"/>
              <a:t>Don’t write functions that are too long and / or convoluted</a:t>
            </a:r>
          </a:p>
          <a:p>
            <a:r>
              <a:rPr lang="en-US" altLang="fi-FI" sz="1600" dirty="0"/>
              <a:t>Study the common use of declarations in MCU coding, for example related to use of volatile keyword, pointers, etc. Proper use will help in debugging.</a:t>
            </a:r>
          </a:p>
          <a:p>
            <a:r>
              <a:rPr lang="en-US" altLang="fi-FI" sz="1600" dirty="0"/>
              <a:t>Study how global variables work and are used in practice (avoid data corruption)</a:t>
            </a:r>
          </a:p>
          <a:p>
            <a:r>
              <a:rPr lang="en-US" altLang="fi-FI" sz="1600" dirty="0"/>
              <a:t>Use best suitable variable types (unsinged or signed?  8,16 or 32 bits? Floats?)</a:t>
            </a:r>
          </a:p>
          <a:p>
            <a:r>
              <a:rPr lang="en-US" altLang="fi-FI" sz="1600" dirty="0"/>
              <a:t>Preferably use </a:t>
            </a:r>
            <a:r>
              <a:rPr lang="en-US" altLang="fi-FI" sz="1600" dirty="0" err="1"/>
              <a:t>structs</a:t>
            </a:r>
            <a:r>
              <a:rPr lang="en-US" altLang="fi-FI" sz="1600" dirty="0"/>
              <a:t> in function calls instead of many parameters (cleaner code)</a:t>
            </a:r>
          </a:p>
          <a:p>
            <a:r>
              <a:rPr lang="en-US" altLang="fi-FI" sz="1600" dirty="0"/>
              <a:t>You can measure your software timing in practice by using MCU outputs and scope</a:t>
            </a:r>
          </a:p>
          <a:p>
            <a:endParaRPr lang="en-US" altLang="fi-FI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4D156-9B3B-9DF8-6382-77C80C97D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E52047-C34E-4E8A-AC03-7598D82E3A85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B46F2-91BC-0915-8A43-64108991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495CA-DD08-8943-B47D-8DA87DE17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7DB5-3B49-4579-A16B-E661EC934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2766218"/>
            <a:ext cx="7886700" cy="1325563"/>
          </a:xfrm>
        </p:spPr>
        <p:txBody>
          <a:bodyPr/>
          <a:lstStyle/>
          <a:p>
            <a:r>
              <a:rPr lang="fi-FI" dirty="0">
                <a:solidFill>
                  <a:schemeClr val="bg1"/>
                </a:solidFill>
              </a:rPr>
              <a:t>Tools section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698800-30B9-9B8F-DE2F-5A61C122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5AF22BC-3C41-49C2-9A54-A30DAA17AE6D}" type="datetime1">
              <a:rPr lang="en-US" smtClean="0">
                <a:solidFill>
                  <a:schemeClr val="bg1"/>
                </a:solidFill>
              </a:rPr>
              <a:t>1/7/2026</a:t>
            </a:fld>
            <a:endParaRPr lang="fi-FI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81954-E029-FBEB-4969-B451643C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 dirty="0">
                <a:solidFill>
                  <a:schemeClr val="bg1"/>
                </a:solidFill>
              </a:rPr>
              <a:t>Siva Ariram, Lecture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3B361D-30B9-B33B-45CA-29A29749AA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31ACB-AE86-4DC2-BDE2-B6CE049B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5783"/>
          </a:xfrm>
        </p:spPr>
        <p:txBody>
          <a:bodyPr/>
          <a:lstStyle/>
          <a:p>
            <a:r>
              <a:rPr lang="fi-FI" dirty="0"/>
              <a:t>Examples of embedded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51F93-7856-4D23-AD92-8795A2CAE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970784" cy="4525963"/>
          </a:xfrm>
        </p:spPr>
        <p:txBody>
          <a:bodyPr/>
          <a:lstStyle/>
          <a:p>
            <a:r>
              <a:rPr lang="fi-FI" dirty="0" err="1"/>
              <a:t>Brushless</a:t>
            </a:r>
            <a:r>
              <a:rPr lang="fi-FI" dirty="0"/>
              <a:t> </a:t>
            </a:r>
            <a:r>
              <a:rPr lang="fi-FI" dirty="0" err="1"/>
              <a:t>motor</a:t>
            </a:r>
            <a:r>
              <a:rPr lang="fi-FI" dirty="0"/>
              <a:t> </a:t>
            </a:r>
            <a:r>
              <a:rPr lang="fi-FI" dirty="0" err="1"/>
              <a:t>controllers</a:t>
            </a:r>
            <a:endParaRPr lang="fi-FI" dirty="0"/>
          </a:p>
          <a:p>
            <a:r>
              <a:rPr lang="fi-FI" dirty="0" err="1"/>
              <a:t>Drone</a:t>
            </a:r>
            <a:r>
              <a:rPr lang="fi-FI" dirty="0"/>
              <a:t> </a:t>
            </a:r>
            <a:r>
              <a:rPr lang="fi-FI" dirty="0" err="1"/>
              <a:t>flight</a:t>
            </a:r>
            <a:r>
              <a:rPr lang="fi-FI" dirty="0"/>
              <a:t> </a:t>
            </a:r>
            <a:r>
              <a:rPr lang="fi-FI" dirty="0" err="1"/>
              <a:t>controllers</a:t>
            </a:r>
            <a:endParaRPr lang="fi-FI" dirty="0"/>
          </a:p>
          <a:p>
            <a:r>
              <a:rPr lang="fi-FI" dirty="0" err="1"/>
              <a:t>Flow</a:t>
            </a:r>
            <a:r>
              <a:rPr lang="fi-FI" dirty="0"/>
              <a:t> </a:t>
            </a:r>
            <a:r>
              <a:rPr lang="fi-FI" dirty="0" err="1"/>
              <a:t>sensors</a:t>
            </a:r>
            <a:endParaRPr lang="fi-FI" dirty="0"/>
          </a:p>
          <a:p>
            <a:r>
              <a:rPr lang="fi-FI" dirty="0" err="1"/>
              <a:t>Gimbals</a:t>
            </a:r>
            <a:endParaRPr lang="fi-FI" dirty="0"/>
          </a:p>
          <a:p>
            <a:r>
              <a:rPr lang="fi-FI" dirty="0" err="1"/>
              <a:t>Smartwatches</a:t>
            </a:r>
            <a:endParaRPr lang="fi-FI" dirty="0"/>
          </a:p>
          <a:p>
            <a:r>
              <a:rPr lang="fi-FI" dirty="0"/>
              <a:t>Smart </a:t>
            </a:r>
            <a:r>
              <a:rPr lang="fi-FI" dirty="0" err="1"/>
              <a:t>battery</a:t>
            </a:r>
            <a:endParaRPr lang="fi-FI" dirty="0"/>
          </a:p>
          <a:p>
            <a:r>
              <a:rPr lang="fi-FI" dirty="0"/>
              <a:t>3D </a:t>
            </a:r>
            <a:r>
              <a:rPr lang="fi-FI" dirty="0" err="1"/>
              <a:t>printers</a:t>
            </a:r>
            <a:endParaRPr lang="fi-FI" dirty="0"/>
          </a:p>
          <a:p>
            <a:r>
              <a:rPr lang="fi-FI" dirty="0" err="1"/>
              <a:t>IoT</a:t>
            </a:r>
            <a:r>
              <a:rPr lang="fi-FI" dirty="0"/>
              <a:t> </a:t>
            </a:r>
            <a:r>
              <a:rPr lang="fi-FI" dirty="0" err="1"/>
              <a:t>devices</a:t>
            </a:r>
            <a:endParaRPr lang="fi-FI" dirty="0"/>
          </a:p>
          <a:p>
            <a:r>
              <a:rPr lang="fi-FI" dirty="0"/>
              <a:t>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9A86F-7169-4B28-8CBA-477B4D9364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1692" y="1210421"/>
            <a:ext cx="1916832" cy="1916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93875F-AA26-4DCA-8C17-EB154FA434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116" y="1600200"/>
            <a:ext cx="1916832" cy="1618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62CFF8-5E63-4886-9E8E-10E8912A4FE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8342" y="3218858"/>
            <a:ext cx="1650182" cy="16501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0B7989-F43B-4327-83D1-D0E35A3A0D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159" y="3361899"/>
            <a:ext cx="2073871" cy="16898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50EB1B-019C-4B8E-BCB4-6A007F01DF37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116" y="5194762"/>
            <a:ext cx="2142230" cy="12050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1C6479-3849-4BDA-A876-2D2F370C50E7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010" y="4960645"/>
            <a:ext cx="1632111" cy="16321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FB320-9D81-F20E-BC9A-31F3D8B4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9B7FD2-06FA-4750-95EB-41A2EA7C5CB9}" type="datetime1">
              <a:rPr lang="en-US" smtClean="0"/>
              <a:t>1/7/2026</a:t>
            </a:fld>
            <a:endParaRPr lang="fi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1E6C-7F3A-4618-5ACF-B11B34F73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4F8031-2830-5B0B-D1BD-969B2E58AF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02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10AD-6AAC-76DD-D53A-A2918F3CC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ESP32-S3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4FD08-23C2-07E4-D2B0-5A7850DA2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5342643" cy="22608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FI" dirty="0"/>
              <a:t>Options:</a:t>
            </a:r>
          </a:p>
          <a:p>
            <a:r>
              <a:rPr lang="en-GB" dirty="0"/>
              <a:t>ESP32-S3-DevKitC-1</a:t>
            </a:r>
            <a:endParaRPr lang="en-FI" dirty="0"/>
          </a:p>
          <a:p>
            <a:r>
              <a:rPr lang="en-FI" dirty="0"/>
              <a:t>XIAO-ESP32S3</a:t>
            </a:r>
          </a:p>
          <a:p>
            <a:pPr marL="0" indent="0">
              <a:buNone/>
            </a:pPr>
            <a:r>
              <a:rPr lang="en-FI" dirty="0"/>
              <a:t>Programming</a:t>
            </a:r>
          </a:p>
          <a:p>
            <a:r>
              <a:rPr lang="en-GB" dirty="0"/>
              <a:t>A</a:t>
            </a:r>
            <a:r>
              <a:rPr lang="en-FI" dirty="0" err="1"/>
              <a:t>rduino</a:t>
            </a:r>
            <a:r>
              <a:rPr lang="en-FI" dirty="0"/>
              <a:t> compatible</a:t>
            </a:r>
          </a:p>
          <a:p>
            <a:r>
              <a:rPr lang="en-FI" dirty="0"/>
              <a:t>ESP-IDF</a:t>
            </a:r>
            <a:endParaRPr lang="en-GB" dirty="0"/>
          </a:p>
          <a:p>
            <a:pPr marL="0" indent="0">
              <a:buNone/>
            </a:pPr>
            <a:endParaRPr lang="en-FI" dirty="0"/>
          </a:p>
        </p:txBody>
      </p:sp>
      <p:pic>
        <p:nvPicPr>
          <p:cNvPr id="5" name="Picture 4" descr="A small black and white electronic device&#10;&#10;Description automatically generated">
            <a:extLst>
              <a:ext uri="{FF2B5EF4-FFF2-40B4-BE49-F238E27FC236}">
                <a16:creationId xmlns:a16="http://schemas.microsoft.com/office/drawing/2014/main" id="{750E3C82-12EB-2A76-B8B6-7395AA653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545891"/>
            <a:ext cx="2401441" cy="2401441"/>
          </a:xfrm>
          <a:prstGeom prst="rect">
            <a:avLst/>
          </a:prstGeom>
        </p:spPr>
      </p:pic>
      <p:pic>
        <p:nvPicPr>
          <p:cNvPr id="17" name="Picture 16" descr="A close up of a circuit board&#10;&#10;Description automatically generated">
            <a:extLst>
              <a:ext uri="{FF2B5EF4-FFF2-40B4-BE49-F238E27FC236}">
                <a16:creationId xmlns:a16="http://schemas.microsoft.com/office/drawing/2014/main" id="{97971BF1-75F8-3874-5539-842DB0BC6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843" y="731836"/>
            <a:ext cx="2970089" cy="2580273"/>
          </a:xfrm>
          <a:prstGeom prst="rect">
            <a:avLst/>
          </a:prstGeom>
        </p:spPr>
      </p:pic>
      <p:pic>
        <p:nvPicPr>
          <p:cNvPr id="19" name="Picture 18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3754AA3-E0AD-82D1-4EF4-3025F1D39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39" y="3683670"/>
            <a:ext cx="5438583" cy="303747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4B45C-EE1D-CD6C-4624-384610B78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DFD182-D08C-463D-AD60-08FF6537799C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CBCC6-AC49-F7A7-FB41-73BB4FFA2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BF628B-92B3-7DEF-8076-E8A13750CC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35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CB1A-8A67-3BCF-4ACF-526F8D29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I" dirty="0"/>
              <a:t>ESP32-S3-WROOM module</a:t>
            </a:r>
          </a:p>
        </p:txBody>
      </p:sp>
      <p:pic>
        <p:nvPicPr>
          <p:cNvPr id="5" name="Content Placeholder 4" descr="A diagram of a computer&#10;&#10;Description automatically generated">
            <a:extLst>
              <a:ext uri="{FF2B5EF4-FFF2-40B4-BE49-F238E27FC236}">
                <a16:creationId xmlns:a16="http://schemas.microsoft.com/office/drawing/2014/main" id="{9AA71872-2EB7-B444-D44B-B78B109C7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151" y="1628800"/>
            <a:ext cx="6499697" cy="4351338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5AE6F-541D-9C50-F42E-3F1BB163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F1A51E-929E-4DCC-87FF-8B0EFF3D48B4}" type="datetime1">
              <a:rPr lang="en-US" smtClean="0"/>
              <a:t>1/7/2026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DE7D4-55E8-6A13-D8F7-457C0C52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DEC95-7CBE-9C17-CD74-9EABEAD8D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949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2B68-3558-44FD-A51B-1BF464A86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Nucleo</a:t>
            </a:r>
            <a:r>
              <a:rPr lang="fi-FI" dirty="0"/>
              <a:t> </a:t>
            </a:r>
            <a:r>
              <a:rPr lang="fi-FI" dirty="0" err="1"/>
              <a:t>example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FDD0-FC28-4F92-81B6-394E62EBB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754760" cy="4525963"/>
          </a:xfrm>
        </p:spPr>
        <p:txBody>
          <a:bodyPr/>
          <a:lstStyle/>
          <a:p>
            <a:r>
              <a:rPr lang="fi-FI" sz="1200" dirty="0"/>
              <a:t>STM32L432KC in UFQFPN32 </a:t>
            </a:r>
            <a:r>
              <a:rPr lang="fi-FI" sz="1200" dirty="0" err="1"/>
              <a:t>package</a:t>
            </a:r>
            <a:r>
              <a:rPr lang="fi-FI" sz="1200" dirty="0"/>
              <a:t> </a:t>
            </a:r>
          </a:p>
          <a:p>
            <a:r>
              <a:rPr lang="fi-FI" sz="1200" dirty="0"/>
              <a:t>ARM®32-bit </a:t>
            </a:r>
            <a:r>
              <a:rPr lang="fi-FI" sz="1200" dirty="0" err="1"/>
              <a:t>Cortex</a:t>
            </a:r>
            <a:r>
              <a:rPr lang="fi-FI" sz="1200" dirty="0"/>
              <a:t>®-M4 CPU </a:t>
            </a:r>
          </a:p>
          <a:p>
            <a:r>
              <a:rPr lang="fi-FI" sz="1200" dirty="0"/>
              <a:t>80 MHz </a:t>
            </a:r>
            <a:r>
              <a:rPr lang="fi-FI" sz="1200" dirty="0" err="1"/>
              <a:t>max</a:t>
            </a:r>
            <a:r>
              <a:rPr lang="fi-FI" sz="1200" dirty="0"/>
              <a:t> CPU </a:t>
            </a:r>
            <a:r>
              <a:rPr lang="fi-FI" sz="1200" dirty="0" err="1"/>
              <a:t>frequency</a:t>
            </a:r>
            <a:r>
              <a:rPr lang="fi-FI" sz="1200" dirty="0"/>
              <a:t> </a:t>
            </a:r>
          </a:p>
          <a:p>
            <a:r>
              <a:rPr lang="fi-FI" sz="1200" dirty="0"/>
              <a:t>VDD </a:t>
            </a:r>
            <a:r>
              <a:rPr lang="fi-FI" sz="1200" dirty="0" err="1"/>
              <a:t>from</a:t>
            </a:r>
            <a:r>
              <a:rPr lang="fi-FI" sz="1200" dirty="0"/>
              <a:t> 1.65 V to 3.6 V </a:t>
            </a:r>
          </a:p>
          <a:p>
            <a:r>
              <a:rPr lang="fi-FI" sz="1200" dirty="0"/>
              <a:t>256 KB Flash </a:t>
            </a:r>
          </a:p>
          <a:p>
            <a:r>
              <a:rPr lang="fi-FI" sz="1200" dirty="0"/>
              <a:t>64 KB SRAM </a:t>
            </a:r>
          </a:p>
          <a:p>
            <a:r>
              <a:rPr lang="fi-FI" sz="1200" dirty="0"/>
              <a:t>General </a:t>
            </a:r>
            <a:r>
              <a:rPr lang="fi-FI" sz="1200" dirty="0" err="1"/>
              <a:t>Purpose</a:t>
            </a:r>
            <a:r>
              <a:rPr lang="fi-FI" sz="1200" dirty="0"/>
              <a:t> </a:t>
            </a:r>
            <a:r>
              <a:rPr lang="fi-FI" sz="1200" dirty="0" err="1"/>
              <a:t>Timers</a:t>
            </a:r>
            <a:r>
              <a:rPr lang="fi-FI" sz="1200" dirty="0"/>
              <a:t> (4) </a:t>
            </a:r>
          </a:p>
          <a:p>
            <a:r>
              <a:rPr lang="fi-FI" sz="1200" dirty="0"/>
              <a:t>SPI/I2S (2) </a:t>
            </a:r>
          </a:p>
          <a:p>
            <a:r>
              <a:rPr lang="fi-FI" sz="1200" dirty="0"/>
              <a:t>I2C (2) </a:t>
            </a:r>
          </a:p>
          <a:p>
            <a:r>
              <a:rPr lang="fi-FI" sz="1200" dirty="0"/>
              <a:t>USART (2) </a:t>
            </a:r>
          </a:p>
          <a:p>
            <a:r>
              <a:rPr lang="fi-FI" sz="1200" dirty="0"/>
              <a:t>12-bit ADC </a:t>
            </a:r>
            <a:r>
              <a:rPr lang="fi-FI" sz="1200" dirty="0" err="1"/>
              <a:t>with</a:t>
            </a:r>
            <a:r>
              <a:rPr lang="fi-FI" sz="1200" dirty="0"/>
              <a:t> 10 </a:t>
            </a:r>
            <a:r>
              <a:rPr lang="fi-FI" sz="1200" dirty="0" err="1"/>
              <a:t>channels</a:t>
            </a:r>
            <a:r>
              <a:rPr lang="fi-FI" sz="1200" dirty="0"/>
              <a:t> (1) </a:t>
            </a:r>
          </a:p>
          <a:p>
            <a:r>
              <a:rPr lang="fi-FI" sz="1200" dirty="0"/>
              <a:t>GPIO (20) </a:t>
            </a:r>
            <a:r>
              <a:rPr lang="fi-FI" sz="1200" dirty="0" err="1"/>
              <a:t>with</a:t>
            </a:r>
            <a:r>
              <a:rPr lang="fi-FI" sz="1200" dirty="0"/>
              <a:t> </a:t>
            </a:r>
            <a:r>
              <a:rPr lang="fi-FI" sz="1200" dirty="0" err="1"/>
              <a:t>external</a:t>
            </a:r>
            <a:r>
              <a:rPr lang="fi-FI" sz="1200" dirty="0"/>
              <a:t> </a:t>
            </a:r>
            <a:r>
              <a:rPr lang="fi-FI" sz="1200" dirty="0" err="1"/>
              <a:t>interrupt</a:t>
            </a:r>
            <a:r>
              <a:rPr lang="fi-FI" sz="1200" dirty="0"/>
              <a:t> </a:t>
            </a:r>
            <a:r>
              <a:rPr lang="fi-FI" sz="1200" dirty="0" err="1"/>
              <a:t>capability</a:t>
            </a:r>
            <a:r>
              <a:rPr lang="fi-FI" sz="1200" dirty="0"/>
              <a:t> </a:t>
            </a:r>
          </a:p>
          <a:p>
            <a:r>
              <a:rPr lang="fi-FI" sz="1200" dirty="0"/>
              <a:t>RTC </a:t>
            </a:r>
          </a:p>
          <a:p>
            <a:r>
              <a:rPr lang="fi-FI" sz="1200" dirty="0" err="1"/>
              <a:t>Random</a:t>
            </a:r>
            <a:r>
              <a:rPr lang="fi-FI" sz="1200" dirty="0"/>
              <a:t> </a:t>
            </a:r>
            <a:r>
              <a:rPr lang="fi-FI" sz="1200" dirty="0" err="1"/>
              <a:t>Generator</a:t>
            </a:r>
            <a:r>
              <a:rPr lang="fi-FI" sz="1200" dirty="0"/>
              <a:t> (TRNG for HW </a:t>
            </a:r>
            <a:r>
              <a:rPr lang="fi-FI" sz="1200" dirty="0" err="1"/>
              <a:t>entropy</a:t>
            </a:r>
            <a:r>
              <a:rPr lang="fi-FI" sz="1200" dirty="0"/>
              <a:t>) </a:t>
            </a:r>
          </a:p>
          <a:p>
            <a:endParaRPr lang="fi-FI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ED68A-55E1-4DD9-BA4E-DF01C691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487" y="1484784"/>
            <a:ext cx="4668808" cy="35016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B1C7F-BA9A-5446-A8F6-60D4E159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82C479-1FEA-4ACA-A437-322A5BAC90D6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95336-9BA7-51A8-C9C4-5648794D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77D071-E6C1-0D29-ED95-65C623656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37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6F4C1-8AEB-4523-8DBC-40042155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Tools: STM32 development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FBD24-F77C-4D6D-A0A1-6CBCB3ABF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522" y="1412876"/>
            <a:ext cx="8375278" cy="1800100"/>
          </a:xfrm>
        </p:spPr>
        <p:txBody>
          <a:bodyPr/>
          <a:lstStyle/>
          <a:p>
            <a:r>
              <a:rPr lang="en-US" dirty="0"/>
              <a:t>32-bit MCU</a:t>
            </a:r>
          </a:p>
          <a:p>
            <a:r>
              <a:rPr lang="en-US" dirty="0"/>
              <a:t>On-board ST-LINK/V2-1 debugger/programmer with USB re-enumeration capability: mass storage, Virtual COM port and debug port</a:t>
            </a:r>
          </a:p>
          <a:p>
            <a:r>
              <a:rPr lang="en-US" dirty="0"/>
              <a:t>Free compilers, C/C++ SDK, and developer community</a:t>
            </a:r>
          </a:p>
          <a:p>
            <a:endParaRPr lang="fi-FI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748" y="3212976"/>
            <a:ext cx="5698825" cy="33843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00C2C-B2B8-AFD1-EC2A-464B2120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E5E3C1F-01C7-4D3A-A081-F044F9581D1A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B4B14-98F6-5101-CD79-738826BF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642046-333B-7106-8D5D-6A4A5302B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98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C585435-057A-451D-B72B-CA403FB4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Development environments</a:t>
            </a:r>
            <a:r>
              <a:rPr lang="en-FI" dirty="0"/>
              <a:t> for STM32</a:t>
            </a:r>
            <a:endParaRPr lang="fi-FI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8555AB-1FB3-4629-AB72-12D230FFF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45" y="1367457"/>
            <a:ext cx="5043319" cy="5373911"/>
          </a:xfrm>
        </p:spPr>
        <p:txBody>
          <a:bodyPr/>
          <a:lstStyle/>
          <a:p>
            <a:r>
              <a:rPr lang="fi-FI" sz="1800" b="1" dirty="0"/>
              <a:t>STM32CubeMX </a:t>
            </a:r>
            <a:r>
              <a:rPr lang="en-US" sz="1800" dirty="0"/>
              <a:t>graphical tool that allows a configuration of STM32 microcontrollers and the generation of the initialization C code through a step-by-step process.</a:t>
            </a:r>
          </a:p>
          <a:p>
            <a:r>
              <a:rPr lang="en-US" sz="1800" b="1" dirty="0"/>
              <a:t>STM32Cube-IDE</a:t>
            </a:r>
            <a:r>
              <a:rPr lang="en-US" sz="1800" dirty="0"/>
              <a:t> (includes above, can be used with STM32CubeMonitor for debug)</a:t>
            </a:r>
            <a:endParaRPr lang="en-US" sz="1800" b="1" dirty="0"/>
          </a:p>
          <a:p>
            <a:r>
              <a:rPr lang="en-US" sz="1800" b="1" dirty="0" err="1"/>
              <a:t>Mbed</a:t>
            </a:r>
            <a:r>
              <a:rPr lang="en-US" sz="1800" b="1" dirty="0"/>
              <a:t> IDE</a:t>
            </a:r>
            <a:r>
              <a:rPr lang="en-US" sz="1800" dirty="0"/>
              <a:t>, online version require free registration</a:t>
            </a:r>
          </a:p>
          <a:p>
            <a:r>
              <a:rPr lang="fi-FI" sz="1800" b="1" dirty="0"/>
              <a:t>Arduino IDE</a:t>
            </a:r>
            <a:r>
              <a:rPr lang="fi-FI" sz="1800" dirty="0"/>
              <a:t>, but make sure that the chosen MCU / devkit is fully supported, including debugging</a:t>
            </a:r>
            <a:endParaRPr lang="fi-FI" sz="1800" b="1" dirty="0"/>
          </a:p>
          <a:p>
            <a:pPr marL="0" indent="0">
              <a:buNone/>
            </a:pPr>
            <a:r>
              <a:rPr lang="fi-FI" sz="1800" b="1" dirty="0"/>
              <a:t>OR:</a:t>
            </a:r>
          </a:p>
          <a:p>
            <a:r>
              <a:rPr lang="en-US" sz="1800" b="1" dirty="0"/>
              <a:t>Platformio.org</a:t>
            </a:r>
            <a:r>
              <a:rPr lang="en-US" sz="1800" dirty="0"/>
              <a:t> Cross-platform IDE and unified debugger for Microsoft Visual Studio Code. Supports many dev boards and frameworks (STM32Cube, </a:t>
            </a:r>
            <a:r>
              <a:rPr lang="en-US" sz="1800" dirty="0" err="1"/>
              <a:t>Mbed</a:t>
            </a:r>
            <a:r>
              <a:rPr lang="en-US" sz="1800" dirty="0"/>
              <a:t>, Arduino)</a:t>
            </a:r>
          </a:p>
          <a:p>
            <a:pPr lvl="1"/>
            <a:r>
              <a:rPr lang="en-US" sz="1800" dirty="0"/>
              <a:t>Command line tools available</a:t>
            </a:r>
          </a:p>
          <a:p>
            <a:pPr lvl="1"/>
            <a:r>
              <a:rPr lang="en-US" sz="1800" dirty="0"/>
              <a:t>Libraries may not be the most recent!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CD592C-2FC2-42C9-8C7B-0AF7DABDF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373" y="1367457"/>
            <a:ext cx="3750627" cy="17735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3F2277-3613-4661-80CB-332D557C8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4005064"/>
            <a:ext cx="3473573" cy="204940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6826A-626F-5CC2-88AA-993CF9F9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CF86C0-33FE-4DD6-8CB5-41110FD1A0EE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57D254-4DFB-0EF8-6B16-CF0162D6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 dirty="0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C5A11F-B506-00A4-B26B-079EF3B32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32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89C4349-A118-4E61-BA77-A5C06725D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852738"/>
            <a:ext cx="8229600" cy="1143000"/>
          </a:xfrm>
        </p:spPr>
        <p:txBody>
          <a:bodyPr/>
          <a:lstStyle/>
          <a:p>
            <a:r>
              <a:rPr lang="en-US" altLang="fi-FI" b="1" dirty="0">
                <a:solidFill>
                  <a:schemeClr val="bg1"/>
                </a:solidFill>
              </a:rPr>
              <a:t>Course procedure section</a:t>
            </a:r>
            <a:r>
              <a:rPr lang="fi-FI" altLang="fi-FI" dirty="0">
                <a:solidFill>
                  <a:schemeClr val="bg1"/>
                </a:solidFill>
              </a:rPr>
              <a:t> </a:t>
            </a:r>
            <a:endParaRPr lang="en-US" altLang="fi-FI" dirty="0">
              <a:solidFill>
                <a:schemeClr val="bg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86DAD-987E-B605-91BD-BB530DC80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02F5B2-94B3-408C-B8FC-519B644C1DD4}" type="datetime1">
              <a:rPr lang="en-US" smtClean="0">
                <a:solidFill>
                  <a:schemeClr val="bg1"/>
                </a:solidFill>
              </a:rPr>
              <a:t>1/7/2026</a:t>
            </a:fld>
            <a:endParaRPr lang="fi-FI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7233F-9636-525E-B202-005FCA3EE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>
                <a:solidFill>
                  <a:schemeClr val="bg1"/>
                </a:solidFill>
              </a:rPr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2795B-DF34-CDA7-2349-F29FCC2C6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D91DE809-18DD-46E1-8880-8532D75C8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 dirty="0"/>
              <a:t>Course procedure</a:t>
            </a:r>
            <a:r>
              <a:rPr lang="fi-FI" altLang="fi-FI" dirty="0"/>
              <a:t> </a:t>
            </a:r>
            <a:endParaRPr lang="en-US" altLang="fi-FI" dirty="0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F3A2009C-0774-43FE-881D-AB3C17F447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80000"/>
              </a:lnSpc>
            </a:pPr>
            <a:endParaRPr lang="en-US" altLang="fi-FI" sz="18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800" dirty="0"/>
              <a:t>Name all your documents(Docs or pdf) with your group number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Group1_Phase_1.pdf, etc.</a:t>
            </a:r>
          </a:p>
          <a:p>
            <a:pPr marL="342900" lvl="1" indent="0" algn="just" eaLnBrk="1" hangingPunct="1">
              <a:lnSpc>
                <a:spcPct val="80000"/>
              </a:lnSpc>
              <a:buNone/>
            </a:pPr>
            <a:endParaRPr lang="en-US" altLang="fi-FI" sz="1800" dirty="0"/>
          </a:p>
          <a:p>
            <a:pPr algn="just">
              <a:lnSpc>
                <a:spcPct val="80000"/>
              </a:lnSpc>
            </a:pPr>
            <a:r>
              <a:rPr lang="en-US" altLang="fi-FI" sz="1800" dirty="0"/>
              <a:t>All queries/discussion will be addressed through the Moodle discussion forum assigned to each group.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altLang="fi-FI" sz="18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800" dirty="0"/>
              <a:t>First face-to-face meeting should be in 2-3 weeks after the start. Otherwise, many students are tempted to delay their full commitment, resulting in large delays in completion.</a:t>
            </a:r>
          </a:p>
          <a:p>
            <a:pPr>
              <a:buFontTx/>
              <a:buNone/>
            </a:pPr>
            <a:endParaRPr lang="en-US" altLang="fi-FI" sz="1800" dirty="0"/>
          </a:p>
          <a:p>
            <a:r>
              <a:rPr lang="en-US" altLang="fi-FI" sz="1800" dirty="0"/>
              <a:t>Each group needs to send </a:t>
            </a:r>
            <a:r>
              <a:rPr lang="en-US" altLang="fi-FI" sz="1800" b="1" u="sng" dirty="0"/>
              <a:t>short report during each phase </a:t>
            </a:r>
            <a:r>
              <a:rPr lang="en-US" altLang="fi-FI" sz="1800" dirty="0"/>
              <a:t>using Moodle forum containing progress and next things to do to prove that work is progressing as scheduled.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78685-A4C5-C2D4-F196-EC8C2676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2ABD26-A1B1-45BA-A3DA-40BE1E0A9F5C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A695ED-D13D-E368-0744-83815FA23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707414-3A7B-1107-4B1D-7E7162B43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5" descr="Emolevy">
            <a:extLst>
              <a:ext uri="{FF2B5EF4-FFF2-40B4-BE49-F238E27FC236}">
                <a16:creationId xmlns:a16="http://schemas.microsoft.com/office/drawing/2014/main" id="{544BF3E2-A8F6-4E80-9117-E4167921E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86000" contrast="-44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2">
            <a:extLst>
              <a:ext uri="{FF2B5EF4-FFF2-40B4-BE49-F238E27FC236}">
                <a16:creationId xmlns:a16="http://schemas.microsoft.com/office/drawing/2014/main" id="{CA829E71-9718-4ED2-8F1F-07AF08214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en-US" altLang="fi-FI" b="1"/>
              <a:t>Course procedure</a:t>
            </a:r>
            <a:r>
              <a:rPr lang="fi-FI" altLang="fi-FI"/>
              <a:t> 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A6A40339-0472-4461-9787-51736DA5E0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229600" cy="507365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The assistant will have at least </a:t>
            </a:r>
            <a:r>
              <a:rPr lang="en-US" altLang="fi-FI" sz="1600" b="1" dirty="0"/>
              <a:t>7 </a:t>
            </a:r>
            <a:r>
              <a:rPr lang="en-US" altLang="fi-FI" sz="1600" dirty="0"/>
              <a:t>scheduled 5–20-minute meetings with each group. </a:t>
            </a:r>
          </a:p>
          <a:p>
            <a:pPr algn="just" eaLnBrk="1" hangingPunct="1">
              <a:lnSpc>
                <a:spcPct val="80000"/>
              </a:lnSpc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Send documents to be reviewed at least </a:t>
            </a:r>
            <a:r>
              <a:rPr lang="en-US" altLang="fi-FI" sz="1600" b="1" dirty="0"/>
              <a:t>two day </a:t>
            </a:r>
            <a:r>
              <a:rPr lang="en-US" altLang="fi-FI" sz="1600" dirty="0"/>
              <a:t>before the meeting</a:t>
            </a:r>
          </a:p>
          <a:p>
            <a:pPr algn="just" eaLnBrk="1" hangingPunct="1">
              <a:lnSpc>
                <a:spcPct val="80000"/>
              </a:lnSpc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During the meetings the teams will describe their solutions, ideas and encountered problems, helping the assistant to correct serious design flaws at an early stage. </a:t>
            </a:r>
          </a:p>
          <a:p>
            <a:pPr algn="just" eaLnBrk="1" hangingPunct="1">
              <a:lnSpc>
                <a:spcPct val="80000"/>
              </a:lnSpc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The meetings also encourage to the planned use of time, instead of painful around-the-clock marathons as the deadline approaches.</a:t>
            </a:r>
          </a:p>
          <a:p>
            <a:pPr algn="just" eaLnBrk="1" hangingPunct="1">
              <a:lnSpc>
                <a:spcPct val="80000"/>
              </a:lnSpc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The contents of the meetings is as follows: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fi-FI" sz="1600" dirty="0"/>
              <a:t>Start meeting where topic is discussed and decided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fi-FI" sz="1600" dirty="0"/>
              <a:t>Inspection of requirement specification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fi-FI" sz="1600" dirty="0"/>
              <a:t>Inspection of implementation specification, and timetable. Advice on schematics and component list for students.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fi-FI" sz="1600" dirty="0"/>
              <a:t>Inspection of the schematics, component order list and inspection of refined specifications. Advice on layout for students. 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fi-FI" sz="1600" dirty="0"/>
              <a:t>Inspection of layout printed in 1:1 scale. Footprint check and permission for manufacturing the PCB. 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fi-FI" sz="1600" dirty="0"/>
              <a:t>Inspection of an assembled board. Advices for the testing of hardware and software.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fi-FI" sz="1600" dirty="0"/>
              <a:t>Demonstration of working board. Documentation and board left for grading. </a:t>
            </a:r>
          </a:p>
          <a:p>
            <a:pPr marL="800100" lvl="1" indent="-342900" algn="just" eaLnBrk="1" hangingPunct="1">
              <a:lnSpc>
                <a:spcPct val="80000"/>
              </a:lnSpc>
              <a:buFontTx/>
              <a:buNone/>
            </a:pPr>
            <a:endParaRPr lang="en-US" altLang="fi-FI" sz="1600" b="1" dirty="0"/>
          </a:p>
          <a:p>
            <a:pPr marL="800100" lvl="1" indent="-342900" algn="just" eaLnBrk="1" hangingPunct="1">
              <a:lnSpc>
                <a:spcPct val="80000"/>
              </a:lnSpc>
              <a:buFontTx/>
              <a:buNone/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endParaRPr lang="en-US" altLang="fi-FI" sz="1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B7F17-7C7B-4DBF-692E-35A15B28E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CEAE4A9-3A8F-436B-A527-3C377C934E56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4A0B4-DD42-6B9F-72A5-8446CC99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7EAC0-2FC9-C118-373B-0A0D065C1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 descr="Emolevy">
            <a:extLst>
              <a:ext uri="{FF2B5EF4-FFF2-40B4-BE49-F238E27FC236}">
                <a16:creationId xmlns:a16="http://schemas.microsoft.com/office/drawing/2014/main" id="{7826DCCF-9008-4CE6-8E7B-B5293D0DB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86000" contrast="-44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2">
            <a:extLst>
              <a:ext uri="{FF2B5EF4-FFF2-40B4-BE49-F238E27FC236}">
                <a16:creationId xmlns:a16="http://schemas.microsoft.com/office/drawing/2014/main" id="{82C115A1-9547-4116-B321-BD206E85A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fi-FI" altLang="fi-FI" b="1"/>
              <a:t>Deliverables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4131CE9-C907-40DF-9342-A61B3BF71A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52513"/>
            <a:ext cx="8218488" cy="5329237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fi-FI" sz="1800" dirty="0"/>
              <a:t>Specification document containing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Requirement specification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Implementation specification</a:t>
            </a:r>
            <a:endParaRPr lang="en-FI" altLang="fi-FI" sz="1800" dirty="0"/>
          </a:p>
          <a:p>
            <a:pPr lvl="2" algn="just" eaLnBrk="1" hangingPunct="1">
              <a:lnSpc>
                <a:spcPct val="80000"/>
              </a:lnSpc>
            </a:pPr>
            <a:r>
              <a:rPr lang="en-GB" altLang="fi-FI" sz="1800" dirty="0"/>
              <a:t>S</a:t>
            </a:r>
            <a:r>
              <a:rPr lang="en-FI" altLang="fi-FI" sz="1800" dirty="0" err="1"/>
              <a:t>olution</a:t>
            </a:r>
            <a:r>
              <a:rPr lang="en-FI" altLang="fi-FI" sz="1800" dirty="0"/>
              <a:t> comparison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GB" altLang="fi-FI" sz="1800" dirty="0"/>
              <a:t>D</a:t>
            </a:r>
            <a:r>
              <a:rPr lang="en-FI" altLang="fi-FI" sz="1800" dirty="0" err="1"/>
              <a:t>esign</a:t>
            </a:r>
            <a:r>
              <a:rPr lang="en-FI" altLang="fi-FI" sz="1800" dirty="0"/>
              <a:t> parameters</a:t>
            </a:r>
            <a:endParaRPr lang="en-US" altLang="fi-FI" sz="1800" dirty="0"/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Test plan</a:t>
            </a:r>
          </a:p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fi-FI" sz="1800" dirty="0"/>
              <a:t>Project plan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Schedule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log of work process</a:t>
            </a:r>
          </a:p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fi-FI" sz="1800" dirty="0"/>
              <a:t>Schematic and  layout of the PCB</a:t>
            </a:r>
          </a:p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fi-FI" sz="1800" dirty="0"/>
              <a:t>Software</a:t>
            </a:r>
          </a:p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fi-FI" sz="1800" dirty="0"/>
              <a:t>A prototype of the device and demonstration</a:t>
            </a:r>
          </a:p>
          <a:p>
            <a:pPr algn="just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lang="en-US" altLang="fi-FI" sz="1800" dirty="0"/>
              <a:t>Final report containing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Device description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User manual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Test report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800" dirty="0"/>
              <a:t>Overall description of the implementation and future development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fi-FI" sz="1800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fi-FI" sz="1800" dirty="0"/>
              <a:t>At the end, send all documents as zip file for complete review and grading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D3252-6124-064A-B038-FCB874AD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62473E-D153-48A8-9525-894AD8EF16FE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F2B34E-1FB6-D7DF-2364-5529CCBE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5F10A-C326-0A48-3B2E-6742E938D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930B3E7-E70B-4E57-B4B2-DF3CDA1A2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43000"/>
          </a:xfrm>
        </p:spPr>
        <p:txBody>
          <a:bodyPr/>
          <a:lstStyle/>
          <a:p>
            <a:r>
              <a:rPr lang="en-US" altLang="fi-FI" b="1"/>
              <a:t>Grading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FE7E1DC-E1AC-42D7-854F-F376B2DB2B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268412"/>
            <a:ext cx="8229600" cy="5400948"/>
          </a:xfrm>
        </p:spPr>
        <p:txBody>
          <a:bodyPr/>
          <a:lstStyle/>
          <a:p>
            <a:pPr>
              <a:buFontTx/>
              <a:buNone/>
            </a:pPr>
            <a:r>
              <a:rPr lang="en-US" altLang="fi-FI" sz="1800" dirty="0"/>
              <a:t>Grading is based on</a:t>
            </a:r>
          </a:p>
          <a:p>
            <a:r>
              <a:rPr lang="en-US" altLang="fi-FI" sz="1800" dirty="0"/>
              <a:t>Documentation (on each Phase) (Acceptable format: Docx or pdf)</a:t>
            </a:r>
          </a:p>
          <a:p>
            <a:r>
              <a:rPr lang="en-US" altLang="fi-FI" sz="1800" dirty="0"/>
              <a:t>Board design</a:t>
            </a:r>
          </a:p>
          <a:p>
            <a:pPr lvl="1"/>
            <a:r>
              <a:rPr lang="en-US" altLang="fi-FI" sz="1800" dirty="0"/>
              <a:t>How well the given design guidelines are used</a:t>
            </a:r>
          </a:p>
          <a:p>
            <a:r>
              <a:rPr lang="en-US" altLang="fi-FI" sz="1800" dirty="0"/>
              <a:t>The sanity of the design (schematics check: </a:t>
            </a:r>
            <a:r>
              <a:rPr lang="en-US" altLang="fi-FI" sz="1800" dirty="0" err="1"/>
              <a:t>pullups</a:t>
            </a:r>
            <a:r>
              <a:rPr lang="en-US" altLang="fi-FI" sz="1800" dirty="0"/>
              <a:t>, filtering, hazardous connections)</a:t>
            </a:r>
          </a:p>
          <a:p>
            <a:r>
              <a:rPr lang="en-US" altLang="fi-FI" sz="1800" dirty="0"/>
              <a:t>Some jump wires will not affect to the grading. The students must be able to experiment.</a:t>
            </a:r>
          </a:p>
          <a:p>
            <a:r>
              <a:rPr lang="en-US" altLang="fi-FI" sz="1800" dirty="0"/>
              <a:t>The number of created board versions will not be considered, since it consumes so much time to make another iteration of a board.</a:t>
            </a:r>
          </a:p>
          <a:p>
            <a:r>
              <a:rPr lang="en-US" altLang="fi-FI" sz="1800" dirty="0"/>
              <a:t>Inspection against requirements</a:t>
            </a:r>
          </a:p>
          <a:p>
            <a:pPr lvl="1"/>
            <a:r>
              <a:rPr lang="en-US" altLang="fi-FI" sz="1800" dirty="0"/>
              <a:t>Check each requirement</a:t>
            </a:r>
          </a:p>
          <a:p>
            <a:pPr lvl="1"/>
            <a:r>
              <a:rPr lang="en-US" altLang="fi-FI" sz="1800" dirty="0"/>
              <a:t>Assessment of the stability of the system</a:t>
            </a:r>
          </a:p>
          <a:p>
            <a:r>
              <a:rPr lang="en-US" altLang="fi-FI" sz="1800" dirty="0"/>
              <a:t>Keeping of the schedule</a:t>
            </a:r>
          </a:p>
          <a:p>
            <a:r>
              <a:rPr lang="en-US" altLang="fi-FI" sz="1800" dirty="0"/>
              <a:t>Software only needs to be the minimum viable to demonstrate the functioning of your device against the requirements. Do not make the software in to a large project on the side!</a:t>
            </a:r>
          </a:p>
          <a:p>
            <a:endParaRPr lang="en-US" altLang="fi-FI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700796-2D0A-AE00-3169-92D1288A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190A9E-777C-487C-9361-8F5FFBEDBB54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4C994-A95D-EC08-BD71-FB24A3697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750E0-F63C-0DA4-DA3D-6FA80D836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930B3E7-E70B-4E57-B4B2-DF3CDA1A2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16631"/>
            <a:ext cx="8229600" cy="422811"/>
          </a:xfrm>
        </p:spPr>
        <p:txBody>
          <a:bodyPr>
            <a:normAutofit fontScale="90000"/>
          </a:bodyPr>
          <a:lstStyle/>
          <a:p>
            <a:r>
              <a:rPr lang="en-US" altLang="fi-FI" b="1" dirty="0"/>
              <a:t>~ Grading Matrix: left min., right max.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227563"/>
              </p:ext>
            </p:extLst>
          </p:nvPr>
        </p:nvGraphicFramePr>
        <p:xfrm>
          <a:off x="395288" y="561650"/>
          <a:ext cx="8425184" cy="603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28440">
                  <a:extLst>
                    <a:ext uri="{9D8B030D-6E8A-4147-A177-3AD203B41FA5}">
                      <a16:colId xmlns:a16="http://schemas.microsoft.com/office/drawing/2014/main" val="239934691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508072465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040696554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47832313"/>
                    </a:ext>
                  </a:extLst>
                </a:gridCol>
              </a:tblGrid>
              <a:tr h="1939672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Documentation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/>
                        <a:t>Req. specification and final</a:t>
                      </a:r>
                      <a:r>
                        <a:rPr lang="en-US" sz="1400" b="0" baseline="0" dirty="0"/>
                        <a:t> reports exist, but lack information and attention to detail. Design choices are reflected poorly against requirements for the project. Implementation specific details are lacking.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/>
                        <a:t>Requirements</a:t>
                      </a:r>
                      <a:r>
                        <a:rPr lang="en-US" sz="1400" b="0" baseline="0" dirty="0"/>
                        <a:t> have been defined clearly, design and component choices are justified against requirements at some meaningful level. Describes the implementation sufficiently.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/>
                        <a:t>Design and component choices are reflected well theoretically against requirements.</a:t>
                      </a:r>
                      <a:r>
                        <a:rPr lang="en-US" sz="1400" b="0" baseline="0" dirty="0"/>
                        <a:t> </a:t>
                      </a:r>
                      <a:r>
                        <a:rPr lang="en-US" sz="1400" b="0" dirty="0"/>
                        <a:t>Implementation specifics and</a:t>
                      </a:r>
                      <a:r>
                        <a:rPr lang="en-US" sz="1400" b="0" baseline="0" dirty="0"/>
                        <a:t> challenges encountered during development are described in great detail.</a:t>
                      </a:r>
                      <a:endParaRPr 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549200"/>
                  </a:ext>
                </a:extLst>
              </a:tr>
              <a:tr h="17043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Hardware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The device has very little own circuit designs,</a:t>
                      </a:r>
                      <a:r>
                        <a:rPr lang="en-US" sz="1400" baseline="0" dirty="0"/>
                        <a:t> and utilizes only a couple of breakout boards, or very little has been managed to get to work at some level. Has your own PCB as an extension / “shield” for a dev-kit.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Your PCB is an extension /</a:t>
                      </a:r>
                      <a:r>
                        <a:rPr lang="en-US" sz="1400" baseline="0" dirty="0"/>
                        <a:t> “shield” for a dev-kit, and the board has at least some designed circuits on it. Can be mixed with some breakout boards. Some faults, but they are understood well what went wrong.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The MCU / MCU module, without </a:t>
                      </a:r>
                      <a:r>
                        <a:rPr lang="en-US" sz="1400" baseline="0" dirty="0"/>
                        <a:t>dev-kit,</a:t>
                      </a:r>
                      <a:r>
                        <a:rPr lang="en-US" sz="1400" dirty="0"/>
                        <a:t> is integrated on your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PCB,</a:t>
                      </a:r>
                      <a:r>
                        <a:rPr lang="en-US" sz="1400" baseline="0" dirty="0"/>
                        <a:t> and has significant own circuit designs. Has one or less breakout boards, and many sensors / ICs. Almost everything works as expected.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784403"/>
                  </a:ext>
                </a:extLst>
              </a:tr>
              <a:tr h="170430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Very</a:t>
                      </a:r>
                      <a:r>
                        <a:rPr lang="en-US" sz="1400" baseline="0" dirty="0"/>
                        <a:t> little own coding and algorithm development. Documentation is lacking, but at least the device does something related to the requirements.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At</a:t>
                      </a:r>
                      <a:r>
                        <a:rPr lang="en-US" sz="1400" baseline="0" dirty="0"/>
                        <a:t> least one own library / more complicated algorithm has been developed. Code has been structured &amp; documented with enough clarity. Tries to fulfill most requirements.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Many own algorithms</a:t>
                      </a:r>
                      <a:r>
                        <a:rPr lang="en-US" sz="1400" baseline="0" dirty="0"/>
                        <a:t> and / or libraries have been made. Code is clear and concisely documented. Device &amp; code performs adequately or better against requirements.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745057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D1F8F-E867-B9EC-3680-99095CC2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87E1E8-E702-410A-8D49-DAFBF404913F}" type="datetime1">
              <a:rPr lang="en-US" smtClean="0"/>
              <a:t>1/7/2026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31AEB-1C18-87A5-44A5-69569E0B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B0B300-079C-FEFE-5E8E-FF4919FFE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20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96A56F7-200A-401A-9453-CCB94695F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b="1" dirty="0"/>
              <a:t>Deadlines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33DD963-F2FC-40E9-854E-21D1074385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fi-FI" sz="1800" dirty="0"/>
              <a:t>22.01 Topic and Group (Moodle)</a:t>
            </a:r>
          </a:p>
          <a:p>
            <a:pPr>
              <a:buFontTx/>
              <a:buNone/>
            </a:pPr>
            <a:endParaRPr lang="en-US" altLang="fi-FI" sz="1800" dirty="0"/>
          </a:p>
          <a:p>
            <a:pPr>
              <a:buFontTx/>
              <a:buNone/>
            </a:pPr>
            <a:r>
              <a:rPr lang="en-US" altLang="fi-FI" sz="1800" dirty="0"/>
              <a:t>05.02 Phase 1 completed - Technical specifications and Test plan, Schedule</a:t>
            </a:r>
          </a:p>
          <a:p>
            <a:pPr>
              <a:buFontTx/>
              <a:buNone/>
            </a:pPr>
            <a:endParaRPr lang="en-US" altLang="fi-FI" sz="1800" dirty="0"/>
          </a:p>
          <a:p>
            <a:pPr>
              <a:buFontTx/>
              <a:buNone/>
            </a:pPr>
            <a:r>
              <a:rPr lang="en-US" altLang="fi-FI" sz="1800" dirty="0"/>
              <a:t>TBA Phase 2 completed - Schematics and component orders</a:t>
            </a:r>
          </a:p>
          <a:p>
            <a:pPr>
              <a:buFontTx/>
              <a:buNone/>
            </a:pPr>
            <a:endParaRPr lang="en-US" altLang="fi-FI" sz="1800" dirty="0"/>
          </a:p>
          <a:p>
            <a:pPr>
              <a:buFontTx/>
              <a:buNone/>
            </a:pPr>
            <a:r>
              <a:rPr lang="en-US" altLang="fi-FI" sz="1800" dirty="0"/>
              <a:t>TBA Phase 3 completed – Layout and manufacturing files, PCB ordering</a:t>
            </a:r>
          </a:p>
          <a:p>
            <a:pPr>
              <a:buFontTx/>
              <a:buNone/>
            </a:pPr>
            <a:endParaRPr lang="en-US" altLang="fi-FI" sz="1800" dirty="0"/>
          </a:p>
          <a:p>
            <a:pPr>
              <a:buFontTx/>
              <a:buNone/>
            </a:pPr>
            <a:r>
              <a:rPr lang="en-US" altLang="fi-FI" sz="1800" dirty="0"/>
              <a:t>TBA Phase 4 completed – Populating the board and electrical testing</a:t>
            </a:r>
          </a:p>
          <a:p>
            <a:pPr>
              <a:buFontTx/>
              <a:buNone/>
            </a:pPr>
            <a:endParaRPr lang="en-US" altLang="fi-FI" sz="1800" dirty="0"/>
          </a:p>
          <a:p>
            <a:pPr>
              <a:buFontTx/>
              <a:buNone/>
            </a:pPr>
            <a:r>
              <a:rPr lang="en-US" altLang="fi-FI" sz="1800" dirty="0"/>
              <a:t>TBA Phase 5 completed - Software</a:t>
            </a:r>
          </a:p>
          <a:p>
            <a:pPr>
              <a:buFontTx/>
              <a:buNone/>
            </a:pPr>
            <a:endParaRPr lang="en-US" altLang="fi-FI" sz="1800" dirty="0"/>
          </a:p>
          <a:p>
            <a:pPr>
              <a:buFontTx/>
              <a:buNone/>
            </a:pPr>
            <a:r>
              <a:rPr lang="en-US" altLang="fi-FI" sz="1800" dirty="0"/>
              <a:t>30.5. Phase 6 completed – All functionalities operating, Documentation ready</a:t>
            </a:r>
          </a:p>
          <a:p>
            <a:pPr>
              <a:buFontTx/>
              <a:buNone/>
            </a:pPr>
            <a:endParaRPr lang="en-US" altLang="fi-FI" dirty="0"/>
          </a:p>
          <a:p>
            <a:pPr>
              <a:buFontTx/>
              <a:buNone/>
            </a:pPr>
            <a:endParaRPr lang="en-US" altLang="fi-FI" dirty="0"/>
          </a:p>
          <a:p>
            <a:endParaRPr lang="en-US" altLang="fi-FI" dirty="0"/>
          </a:p>
          <a:p>
            <a:pPr>
              <a:buFontTx/>
              <a:buNone/>
            </a:pPr>
            <a:endParaRPr lang="en-US" altLang="fi-FI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A2769-8104-EEA6-D6E4-87E69BE1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BC8753-FC97-4C02-BE88-5882EF9739B9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262F4A-F907-5F00-960D-C19A28FBA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F3B665-129F-C2FA-96EA-52B8181B7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8B568B2-8BB9-4344-8EB8-E13D1525F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dirty="0"/>
              <a:t> </a:t>
            </a:r>
            <a:r>
              <a:rPr lang="en-US" altLang="fi-FI" b="1" dirty="0"/>
              <a:t>Lectures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376B09F-B321-472C-B6A3-A5F398A556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600200"/>
            <a:ext cx="8964612" cy="4525963"/>
          </a:xfrm>
        </p:spPr>
        <p:txBody>
          <a:bodyPr/>
          <a:lstStyle/>
          <a:p>
            <a:r>
              <a:rPr lang="en-US" altLang="fi-FI" sz="1600" dirty="0"/>
              <a:t>4-5 times to give practical tips for each project phase:</a:t>
            </a:r>
          </a:p>
          <a:p>
            <a:endParaRPr lang="en-US" altLang="fi-FI" sz="1600" dirty="0"/>
          </a:p>
          <a:p>
            <a:pPr>
              <a:buFontTx/>
              <a:buNone/>
            </a:pPr>
            <a:r>
              <a:rPr lang="it-IT" altLang="fi-FI" sz="1600" dirty="0"/>
              <a:t>-   Specifications</a:t>
            </a:r>
            <a:br>
              <a:rPr lang="it-IT" altLang="fi-FI" sz="1600" dirty="0"/>
            </a:br>
            <a:endParaRPr lang="it-IT" altLang="fi-FI" sz="1600" dirty="0"/>
          </a:p>
          <a:p>
            <a:pPr>
              <a:buFontTx/>
              <a:buNone/>
            </a:pPr>
            <a:r>
              <a:rPr lang="it-IT" altLang="fi-FI" sz="1600" dirty="0"/>
              <a:t>-   PCB design, Schematics, layout</a:t>
            </a:r>
            <a:br>
              <a:rPr lang="it-IT" altLang="fi-FI" sz="1600" dirty="0"/>
            </a:br>
            <a:endParaRPr lang="it-IT" altLang="fi-FI" sz="1600" dirty="0"/>
          </a:p>
          <a:p>
            <a:pPr>
              <a:buFontTx/>
              <a:buNone/>
            </a:pPr>
            <a:r>
              <a:rPr lang="it-IT" altLang="fi-FI" sz="1600" dirty="0"/>
              <a:t>-   Software and testing</a:t>
            </a:r>
          </a:p>
          <a:p>
            <a:pPr>
              <a:buFontTx/>
              <a:buNone/>
            </a:pPr>
            <a:endParaRPr lang="it-IT" altLang="fi-FI" sz="1600" dirty="0"/>
          </a:p>
          <a:p>
            <a:r>
              <a:rPr lang="en-US" altLang="fi-FI" sz="1600" dirty="0"/>
              <a:t>Each lecture contains short briefing lecture, and after that free discussion related to projects</a:t>
            </a:r>
          </a:p>
          <a:p>
            <a:endParaRPr lang="en-US" altLang="fi-FI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313E6-217C-F289-65B2-8CA8C68D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37A5206-61DA-470D-AA57-82CD4A12E76D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FAD4E-FBDE-AC2B-D0D5-5E6A111D7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D9C30-6B0F-CB62-E0C5-34A9E072E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D146E120-71BD-4C5F-AAE8-903297FC9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565400"/>
            <a:ext cx="8229600" cy="1143000"/>
          </a:xfrm>
        </p:spPr>
        <p:txBody>
          <a:bodyPr/>
          <a:lstStyle/>
          <a:p>
            <a:r>
              <a:rPr lang="en-US" altLang="fi-FI" b="1" dirty="0">
                <a:solidFill>
                  <a:schemeClr val="bg1"/>
                </a:solidFill>
              </a:rPr>
              <a:t>Topics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4BC34-76D8-1E56-8418-1F110F3AA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43B59C-CDC8-48B3-9A29-1964133DCA55}" type="datetime1">
              <a:rPr lang="en-US" smtClean="0">
                <a:solidFill>
                  <a:schemeClr val="bg1"/>
                </a:solidFill>
              </a:rPr>
              <a:t>1/7/2026</a:t>
            </a:fld>
            <a:endParaRPr lang="fi-FI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8DD16-AE96-6C4B-5384-141EFC1E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>
                <a:solidFill>
                  <a:schemeClr val="bg1"/>
                </a:solidFill>
              </a:rPr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53982F-EB84-5E1E-955C-3C30EEFA2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610F9DE-6BB4-43F3-86FE-4BE9DEAD34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fi-FI" altLang="fi-FI" b="1"/>
              <a:t>About the topic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FFE3E92-5165-46AD-AE7B-F9C2DDAD91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981075"/>
            <a:ext cx="8218487" cy="5544269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fi-FI" sz="1600" b="1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fi-FI" sz="1600" b="1" dirty="0"/>
              <a:t>The basic requirements:</a:t>
            </a: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Suitable for people that are new to the embedded hardware.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Topics contains common technologies for which there are plenty of components and modules available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Assistants can be asked for help and to propose some suitable familiar resources / components, if there are difficulties navigating through the component selection process</a:t>
            </a:r>
          </a:p>
          <a:p>
            <a:pPr algn="just" eaLnBrk="1" hangingPunct="1">
              <a:lnSpc>
                <a:spcPct val="80000"/>
              </a:lnSpc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fi-FI" sz="1600" b="1" dirty="0"/>
              <a:t>Other features:</a:t>
            </a:r>
          </a:p>
          <a:p>
            <a:r>
              <a:rPr lang="en-US" altLang="fi-FI" sz="1600" dirty="0"/>
              <a:t>The teams are free to create additional features to their system if they will.</a:t>
            </a:r>
          </a:p>
          <a:p>
            <a:r>
              <a:rPr lang="en-US" altLang="fi-FI" sz="1600" dirty="0"/>
              <a:t>These additional features affect positively (to a certain extend) to the grading of the team</a:t>
            </a:r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fi-FI" sz="1600" b="1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r>
              <a:rPr lang="en-US" altLang="fi-FI" sz="1600" b="1" dirty="0"/>
              <a:t>Own topics:</a:t>
            </a: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Primarily meant for more advanced students with some previous experience in embedded systems development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Students suggest a subject, assistants help refine it, and professor accepts it.</a:t>
            </a:r>
          </a:p>
          <a:p>
            <a:pPr marL="0" indent="0" algn="just" eaLnBrk="1" hangingPunct="1">
              <a:lnSpc>
                <a:spcPct val="80000"/>
              </a:lnSpc>
              <a:buNone/>
            </a:pPr>
            <a:endParaRPr lang="en-US" altLang="fi-FI" sz="1600" dirty="0"/>
          </a:p>
          <a:p>
            <a:pPr marL="0" indent="0" algn="just" eaLnBrk="1" hangingPunct="1">
              <a:lnSpc>
                <a:spcPct val="80000"/>
              </a:lnSpc>
              <a:buNone/>
            </a:pPr>
            <a:r>
              <a:rPr lang="en-US" altLang="fi-FI" sz="1600" b="1" dirty="0"/>
              <a:t>If you want the PCB after the course ends, you must buy the main components</a:t>
            </a:r>
            <a:r>
              <a:rPr lang="en-US" altLang="fi-FI" sz="2400" b="1" dirty="0"/>
              <a:t>.</a:t>
            </a:r>
          </a:p>
          <a:p>
            <a:pPr>
              <a:buFontTx/>
              <a:buNone/>
            </a:pPr>
            <a:r>
              <a:rPr lang="en-US" altLang="fi-FI" sz="1600" b="1" dirty="0"/>
              <a:t>In addition to basic topic, some special research related topics may be available on course web page within few weeks after course start day</a:t>
            </a:r>
          </a:p>
          <a:p>
            <a:pPr>
              <a:buFontTx/>
              <a:buNone/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</a:pPr>
            <a:endParaRPr lang="en-US" altLang="fi-FI" sz="1600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fi-FI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307004-C25B-5F34-76EA-805E59A1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7430410-BD77-4283-BC35-4288262ABB48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9FFAE0-1D51-64B5-DD51-9F35D7270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87674-58F1-7CAC-AC53-B33523864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98C73354-6507-4316-B15A-38C245947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5796"/>
            <a:ext cx="8229600" cy="936104"/>
          </a:xfrm>
        </p:spPr>
        <p:txBody>
          <a:bodyPr/>
          <a:lstStyle/>
          <a:p>
            <a:r>
              <a:rPr lang="fi-FI" altLang="fi-FI" sz="2800" dirty="0"/>
              <a:t>Topic 1: Activity / Health Monitoring Wristband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40DAE870-74C5-419B-8656-D3E039032F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41900"/>
            <a:ext cx="8229600" cy="5760640"/>
          </a:xfrm>
        </p:spPr>
        <p:txBody>
          <a:bodyPr/>
          <a:lstStyle/>
          <a:p>
            <a:r>
              <a:rPr lang="en-US" altLang="fi-FI" dirty="0"/>
              <a:t>Requirements: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A wrist wearable prototype device with some monitoring functionalities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6-DoF IMU for activity monitoring (examples; intensity of movement during activity, sleep level detection, activity type: running, walking, etc.)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Some other measurements (at least a couple; for example heart rate, temperature, relative blood pressure, </a:t>
            </a:r>
            <a:r>
              <a:rPr lang="en-FI" altLang="fi-FI" dirty="0"/>
              <a:t>…</a:t>
            </a:r>
            <a:r>
              <a:rPr lang="en-US" altLang="fi-FI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UI on the wristband or / and remote UI on a PC / phone / tablet via BT, or Wi-Fi, or ...</a:t>
            </a:r>
          </a:p>
          <a:p>
            <a:r>
              <a:rPr lang="en-US" altLang="fi-FI" dirty="0"/>
              <a:t>Example of some possible optional features for more points: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Some external inputs, for example a beacon to tell the wristband has reached a checkpoint, in a competition for example.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Battery charger integrated (battery charge / management IC, to charge from USB, AC-DC adapter, wireless charger, etc.)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i-FI" altLang="fi-FI" dirty="0"/>
              <a:t>Remote logging functionality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i-FI" altLang="fi-FI" dirty="0"/>
              <a:t>Real time clock, calendar, memory card, GPS, something else...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8952F-3090-E511-6A7F-342A626C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0B6E83-520A-478C-AE75-DE0099505840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11CFE-BE07-C47D-FF55-066FC5CE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7A943-60FF-EEEF-22E2-B49B72EAA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99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98C73354-6507-4316-B15A-38C245947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5796"/>
            <a:ext cx="8229600" cy="936104"/>
          </a:xfrm>
        </p:spPr>
        <p:txBody>
          <a:bodyPr/>
          <a:lstStyle/>
          <a:p>
            <a:r>
              <a:rPr lang="fi-FI" altLang="fi-FI" sz="2800" dirty="0"/>
              <a:t>Topic 2: Gaming console / system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40DAE870-74C5-419B-8656-D3E039032F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41900"/>
            <a:ext cx="8229600" cy="5760640"/>
          </a:xfrm>
        </p:spPr>
        <p:txBody>
          <a:bodyPr/>
          <a:lstStyle/>
          <a:p>
            <a:r>
              <a:rPr lang="en-US" altLang="fi-FI" dirty="0"/>
              <a:t>Requirements: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Some sort of UI / interface to represent the game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Non-traditional control inputs, i.e. no joysticks / pads. Instead, use non-traditional control inputs, for example based on motion information from IMU, gesture sensor, voice, camera for face recognition, breathalyzer, whatever you can come up with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Battery level indicator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Sound generation</a:t>
            </a:r>
          </a:p>
          <a:p>
            <a:r>
              <a:rPr lang="en-US" altLang="fi-FI" dirty="0"/>
              <a:t>Example optional features for some extra points: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fi-FI" dirty="0"/>
              <a:t>The more sensors used, and the more intriguing the system, the more points</a:t>
            </a:r>
            <a:endParaRPr lang="fi-FI" altLang="fi-FI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i-FI" altLang="fi-FI" dirty="0"/>
              <a:t>A multiplayer option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i-FI" altLang="fi-FI" dirty="0"/>
              <a:t>Haptic feedback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i-FI" altLang="fi-FI" dirty="0"/>
              <a:t>Wireless communication with a PC, phone, tablet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i-FI" altLang="fi-FI" dirty="0"/>
              <a:t>USB / Wireless battery charger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i-FI" altLang="fi-FI" dirty="0"/>
              <a:t>Some unimaginable extra feature, you decide.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F05E8-62EF-6346-ADFE-17540ED6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7179F66-A772-4C7F-B832-71FB4BF47B9B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58003-EC50-A517-F8D1-6DEBEB6C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76A34-90C3-C25A-3F5A-7F919258C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709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3C80A-5193-4095-174C-CFEDA660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Topic 3: Drone Orientation &amp; Stability monitoring module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8F068-EE58-6658-3BFB-2817AC50C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Requirements:</a:t>
            </a:r>
          </a:p>
          <a:p>
            <a:r>
              <a:rPr lang="en-US" dirty="0"/>
              <a:t>A small embedded prototype for monitoring drone orientation and stability.</a:t>
            </a:r>
          </a:p>
          <a:p>
            <a:r>
              <a:rPr lang="en-US" dirty="0"/>
              <a:t>6-DoF or 9-DoF IMU for attitude estimation (pitch, roll, yaw).</a:t>
            </a:r>
          </a:p>
          <a:p>
            <a:r>
              <a:rPr lang="en-US" dirty="0"/>
              <a:t>Motor RPM measurement or vibration determination at 1 kHz or faster, or data logging capability.</a:t>
            </a:r>
          </a:p>
          <a:p>
            <a:r>
              <a:rPr lang="en-US" dirty="0"/>
              <a:t>Use of a filter or other method in orientation calculations to combat drift and inaccuracy (e.g., Kalman filter, complementary filter).</a:t>
            </a:r>
          </a:p>
          <a:p>
            <a:r>
              <a:rPr lang="en-US" dirty="0"/>
              <a:t>UI on a small display or remote UI on PC/mobile via Bluetooth or Wi-Fi.</a:t>
            </a:r>
          </a:p>
          <a:p>
            <a:pPr marL="0" indent="0">
              <a:buNone/>
            </a:pPr>
            <a:r>
              <a:rPr lang="en-US" altLang="fi-FI" dirty="0"/>
              <a:t>Example optional features for some extra points:</a:t>
            </a:r>
          </a:p>
          <a:p>
            <a:r>
              <a:rPr lang="en-US" dirty="0"/>
              <a:t>External input: GPS beacon for position tracking.</a:t>
            </a:r>
          </a:p>
          <a:p>
            <a:r>
              <a:rPr lang="en-US" dirty="0"/>
              <a:t>Battery charger integrated (Li-Po charging IC, USB-C input).</a:t>
            </a:r>
          </a:p>
          <a:p>
            <a:r>
              <a:rPr lang="en-US" dirty="0"/>
              <a:t>Remote logging functionality for flight data.</a:t>
            </a:r>
          </a:p>
          <a:p>
            <a:r>
              <a:rPr lang="en-US" dirty="0"/>
              <a:t>Real-time clock, SD card storage, telemetry over LoRa or Wi-Fi.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0347A-DE75-2C24-DA18-23D68F74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D779A0D-FA2F-477C-AE20-B06AB5AEB946}" type="datetime1">
              <a:rPr lang="en-US" smtClean="0"/>
              <a:t>1/7/2026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703D6-0ADA-872F-DCA3-2E1C66C37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9F54C-34D1-94EE-D80B-E925336C7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800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94B75-013E-E3BB-AF49-B26952573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 4: Smart Battery Management System for Drones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E917B-2BAE-5F7E-C805-8A6696473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Requirements:</a:t>
            </a:r>
          </a:p>
          <a:p>
            <a:r>
              <a:rPr lang="en-US" dirty="0"/>
              <a:t>A prototype for monitoring and managing Li-Po batteries with 3 cells or more.</a:t>
            </a:r>
          </a:p>
          <a:p>
            <a:r>
              <a:rPr lang="en-US" dirty="0"/>
              <a:t>Measurements: voltage, current, temperature.</a:t>
            </a:r>
          </a:p>
          <a:p>
            <a:r>
              <a:rPr lang="en-US" dirty="0"/>
              <a:t>Accurate State-of-Charge (SoC) estimation under load, considering temperature effects (since this is non-trivial for Li-Po batteries).</a:t>
            </a:r>
          </a:p>
          <a:p>
            <a:r>
              <a:rPr lang="en-US" dirty="0"/>
              <a:t>Display battery status locally or via remote UI.</a:t>
            </a:r>
          </a:p>
          <a:p>
            <a:r>
              <a:rPr lang="en-US" dirty="0"/>
              <a:t>Overcharge/discharge protection circuit.</a:t>
            </a:r>
          </a:p>
          <a:p>
            <a:pPr marL="0" indent="0">
              <a:buNone/>
            </a:pPr>
            <a:r>
              <a:rPr lang="en-US" altLang="fi-FI" dirty="0"/>
              <a:t>Example optional features for some extra points:</a:t>
            </a:r>
          </a:p>
          <a:p>
            <a:r>
              <a:rPr lang="en-US" dirty="0"/>
              <a:t>Wireless data transmission (Bluetooth/Wi-Fi).</a:t>
            </a:r>
          </a:p>
          <a:p>
            <a:r>
              <a:rPr lang="en-US" dirty="0"/>
              <a:t>Predictive battery life estimation using simple algorithms.</a:t>
            </a:r>
          </a:p>
          <a:p>
            <a:r>
              <a:rPr lang="en-US" dirty="0"/>
              <a:t>Integration with drone flight controller for emergency landing alerts.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A06CFFD-A665-0269-FC77-64809705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0A382D-12D1-4EDD-B4CF-AE95DB42F9E8}" type="datetime1">
              <a:rPr lang="en-US" smtClean="0"/>
              <a:t>1/7/2026</a:t>
            </a:fld>
            <a:endParaRPr lang="fi-FI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42F403E-D86F-B9CB-4345-9D1FDB56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D6815-4CBF-01B1-8DEA-AB64266E2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972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DB7AED2-B32E-40C8-8413-97B24E95A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i-FI" dirty="0"/>
              <a:t>Topic 5: Own topic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CC13FB4B-D738-41C6-8A90-C4E4E19548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00808"/>
            <a:ext cx="8147248" cy="4525963"/>
          </a:xfrm>
        </p:spPr>
        <p:txBody>
          <a:bodyPr/>
          <a:lstStyle/>
          <a:p>
            <a:r>
              <a:rPr lang="en-US" altLang="fi-FI" dirty="0"/>
              <a:t>Area of your own interest:</a:t>
            </a:r>
          </a:p>
          <a:p>
            <a:pPr lvl="1"/>
            <a:r>
              <a:rPr lang="en-US" altLang="fi-FI" dirty="0"/>
              <a:t>Communication</a:t>
            </a:r>
          </a:p>
          <a:p>
            <a:pPr lvl="1"/>
            <a:r>
              <a:rPr lang="en-US" altLang="fi-FI" dirty="0"/>
              <a:t>Biomedical</a:t>
            </a:r>
          </a:p>
          <a:p>
            <a:pPr lvl="1"/>
            <a:r>
              <a:rPr lang="en-US" altLang="fi-FI" dirty="0"/>
              <a:t>Electronics</a:t>
            </a:r>
          </a:p>
          <a:p>
            <a:pPr marL="0" indent="0">
              <a:buNone/>
            </a:pPr>
            <a:r>
              <a:rPr lang="en-US" altLang="fi-FI" dirty="0"/>
              <a:t>Can be proposed to assistants, may be accepted if challenging enough</a:t>
            </a:r>
          </a:p>
          <a:p>
            <a:r>
              <a:rPr lang="en-US" altLang="fi-FI" dirty="0"/>
              <a:t>Requires good specification so that it can be understood easily what is planned to be implemented and how</a:t>
            </a:r>
          </a:p>
          <a:p>
            <a:r>
              <a:rPr lang="en-US" altLang="fi-FI" dirty="0"/>
              <a:t>Some initial research &amp; calculations about the physics / other aspects involved that will determine requirements for components</a:t>
            </a:r>
          </a:p>
          <a:p>
            <a:r>
              <a:rPr lang="en-US" altLang="fi-FI" dirty="0"/>
              <a:t>Assistants may not be able to help as well as in the other two topics, if the topic is not familiar for the assistants.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9FCD4-91B4-B1D3-EEB6-7D690C945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B52035-066E-42DF-BA46-08B0789F9733}" type="datetime1">
              <a:rPr lang="en-US" smtClean="0"/>
              <a:t>1/7/2026</a:t>
            </a:fld>
            <a:endParaRPr lang="fi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A795A6-6AFD-ED46-2BAE-1E4D8DCE2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52866E-383E-2C72-3982-8C17F2227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201BA333-3BC1-4519-B779-D08D101B1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/>
            <a:r>
              <a:rPr lang="fi-FI" altLang="fi-FI" b="1"/>
              <a:t>Finally some important advice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787A342E-DAB3-4582-A226-A4BFAFF2BD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981075"/>
            <a:ext cx="8229600" cy="568828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Do not delay your start.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600" dirty="0"/>
              <a:t>We recommend that this course is taken only when the team has the intention and dedication (and enough time) to complete the assignment during the fall semester.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Keep notes, documentation is your best note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and testing functions (SW)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In addition, the students have commented that ‘low intensity’ projects result in much more working hours than necessary</a:t>
            </a:r>
            <a:r>
              <a:rPr lang="en-US" altLang="fi-FI" sz="1600" i="1" dirty="0"/>
              <a:t>.</a:t>
            </a:r>
            <a:r>
              <a:rPr lang="en-US" altLang="fi-FI" sz="1600" dirty="0"/>
              <a:t>  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fi-FI" sz="1600" dirty="0"/>
              <a:t>Work systematically: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600" dirty="0"/>
              <a:t>Figure out first: </a:t>
            </a:r>
            <a:r>
              <a:rPr lang="en-US" altLang="fi-FI" sz="1600" u="sng" dirty="0"/>
              <a:t>what is the purpose and required functions of your device?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600" dirty="0"/>
              <a:t>Split it to smaller parts and define requirements </a:t>
            </a:r>
            <a:r>
              <a:rPr lang="en-US" altLang="fi-FI" sz="1600" u="sng" dirty="0"/>
              <a:t>numerically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fi-FI" sz="1600" dirty="0"/>
              <a:t>For example: required measuring range and resolution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600" dirty="0"/>
              <a:t>Find technical (HW or/and SW) solution to the requirements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600" dirty="0"/>
              <a:t>(simulate), implement  and test</a:t>
            </a:r>
          </a:p>
          <a:p>
            <a:pPr eaLnBrk="1" hangingPunct="1"/>
            <a:r>
              <a:rPr lang="en-US" altLang="fi-FI" sz="1600" dirty="0"/>
              <a:t>When developing the device</a:t>
            </a:r>
          </a:p>
          <a:p>
            <a:pPr lvl="1" eaLnBrk="1" hangingPunct="1"/>
            <a:r>
              <a:rPr lang="en-US" altLang="fi-FI" sz="1600" dirty="0"/>
              <a:t>Do not rush, Be careful, systematic and thorough, follow instructions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fi-FI" sz="1600" dirty="0"/>
              <a:t>When you get stuck, find help from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fi-FI" sz="1600" dirty="0"/>
              <a:t>datasheets and manuals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fi-FI" sz="1600" dirty="0"/>
              <a:t>Google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fi-FI" sz="1600" dirty="0"/>
              <a:t>course web pages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fi-FI" sz="1600" dirty="0"/>
              <a:t>Assistants</a:t>
            </a:r>
          </a:p>
          <a:p>
            <a:r>
              <a:rPr lang="en-US" altLang="fi-FI" sz="1600" dirty="0"/>
              <a:t>Moodle page: </a:t>
            </a:r>
            <a:r>
              <a:rPr lang="en-US" altLang="fi-FI" sz="1600" dirty="0">
                <a:hlinkClick r:id="rId2"/>
              </a:rPr>
              <a:t>Embedded System Project 521423S-3006</a:t>
            </a:r>
            <a:endParaRPr lang="en-US" altLang="fi-FI" sz="1600" dirty="0"/>
          </a:p>
          <a:p>
            <a:endParaRPr lang="en-US" altLang="fi-FI" sz="1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04C16B-FCBA-B7BC-58DB-C7D10E806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0E91A7-BC26-4F8A-86D6-543559E309ED}" type="datetime1">
              <a:rPr lang="en-US" smtClean="0"/>
              <a:t>1/7/2026</a:t>
            </a:fld>
            <a:endParaRPr lang="fi-FI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9CBA42-3323-1B19-737E-A43D0F6C3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i-FI"/>
              <a:t>Siva Ariram, Lecture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B011D1-0C8C-16EA-C3FE-A201C86AB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349" y="0"/>
            <a:ext cx="534005" cy="7003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1945329EFCFA48A7B7EA752C812E88" ma:contentTypeVersion="4" ma:contentTypeDescription="Create a new document." ma:contentTypeScope="" ma:versionID="cee355d83232b1cc854272c5639e6b67">
  <xsd:schema xmlns:xsd="http://www.w3.org/2001/XMLSchema" xmlns:xs="http://www.w3.org/2001/XMLSchema" xmlns:p="http://schemas.microsoft.com/office/2006/metadata/properties" xmlns:ns2="08ca70a3-59b4-422c-9f47-ab11dbb79f1e" targetNamespace="http://schemas.microsoft.com/office/2006/metadata/properties" ma:root="true" ma:fieldsID="1ba3521d073a81f06f2c85d6fefc6a02" ns2:_="">
    <xsd:import namespace="08ca70a3-59b4-422c-9f47-ab11dbb79f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ca70a3-59b4-422c-9f47-ab11dbb79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5F1E66-783C-4EA5-B315-734701E4858A}">
  <ds:schemaRefs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08ca70a3-59b4-422c-9f47-ab11dbb79f1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954353F-A537-40A0-BA9E-07B9899E17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24A2F2-00DA-44ED-A901-83258EF52F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ca70a3-59b4-422c-9f47-ab11dbb79f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3955</Words>
  <Application>Microsoft Office PowerPoint</Application>
  <PresentationFormat>On-screen Show (4:3)</PresentationFormat>
  <Paragraphs>478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Embedded System Project (521423S)</vt:lpstr>
      <vt:lpstr>About the course</vt:lpstr>
      <vt:lpstr>About the course</vt:lpstr>
      <vt:lpstr>About the course:</vt:lpstr>
      <vt:lpstr>Project phases</vt:lpstr>
      <vt:lpstr>Design phases</vt:lpstr>
      <vt:lpstr>Phase 1: Planning</vt:lpstr>
      <vt:lpstr>Phase 1: Planning</vt:lpstr>
      <vt:lpstr>Phase 1: Planning(Tips)</vt:lpstr>
      <vt:lpstr>Phase 1: Planning</vt:lpstr>
      <vt:lpstr>Phase 2: Schematics &amp; component use</vt:lpstr>
      <vt:lpstr>Phase 3: Layout and manufacturing files, PCB ordering</vt:lpstr>
      <vt:lpstr>Phase 3: Layout and manufacturing files, PCB ordering</vt:lpstr>
      <vt:lpstr>Phase 4: Populating the board and electrical testing</vt:lpstr>
      <vt:lpstr>Phase 5: Software</vt:lpstr>
      <vt:lpstr>Tools section</vt:lpstr>
      <vt:lpstr>Examples of embedded devices</vt:lpstr>
      <vt:lpstr>ESP32-S3</vt:lpstr>
      <vt:lpstr>ESP32-S3-WROOM module</vt:lpstr>
      <vt:lpstr>Nucleo example</vt:lpstr>
      <vt:lpstr>Tools: STM32 development boards</vt:lpstr>
      <vt:lpstr>Development environments for STM32</vt:lpstr>
      <vt:lpstr>Course procedure section </vt:lpstr>
      <vt:lpstr>Course procedure </vt:lpstr>
      <vt:lpstr>Course procedure </vt:lpstr>
      <vt:lpstr>Deliverables</vt:lpstr>
      <vt:lpstr>Grading</vt:lpstr>
      <vt:lpstr>~ Grading Matrix: left min., right max.</vt:lpstr>
      <vt:lpstr>Deadlines</vt:lpstr>
      <vt:lpstr> Lectures</vt:lpstr>
      <vt:lpstr>Topics</vt:lpstr>
      <vt:lpstr>About the topic</vt:lpstr>
      <vt:lpstr>Topic 1: Activity / Health Monitoring Wristband</vt:lpstr>
      <vt:lpstr>Topic 2: Gaming console / system</vt:lpstr>
      <vt:lpstr>Topic 3: Drone Orientation &amp; Stability monitoring module </vt:lpstr>
      <vt:lpstr>Topic 4: Smart Battery Management System for Drones</vt:lpstr>
      <vt:lpstr>Topic 5: Own topic</vt:lpstr>
      <vt:lpstr>Finally some important advice</vt:lpstr>
    </vt:vector>
  </TitlesOfParts>
  <Company>University of Oulu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Project (521423S)</dc:title>
  <dc:creator>tech</dc:creator>
  <cp:lastModifiedBy>Siva Ariram</cp:lastModifiedBy>
  <cp:revision>563</cp:revision>
  <dcterms:created xsi:type="dcterms:W3CDTF">2008-01-21T13:24:59Z</dcterms:created>
  <dcterms:modified xsi:type="dcterms:W3CDTF">2026-01-07T20:10:56Z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0x0101006B1945329EFCFA48A7B7EA752C812E88</vt:lpwstr>
  </property>
</Properties>
</file>