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60"/>
  </p:handoutMasterIdLst>
  <p:sldIdLst>
    <p:sldId id="299" r:id="rId2"/>
    <p:sldId id="324" r:id="rId3"/>
    <p:sldId id="280" r:id="rId4"/>
    <p:sldId id="323" r:id="rId5"/>
    <p:sldId id="342" r:id="rId6"/>
    <p:sldId id="343" r:id="rId7"/>
    <p:sldId id="335" r:id="rId8"/>
    <p:sldId id="330" r:id="rId9"/>
    <p:sldId id="315" r:id="rId10"/>
    <p:sldId id="362" r:id="rId11"/>
    <p:sldId id="307" r:id="rId12"/>
    <p:sldId id="326" r:id="rId13"/>
    <p:sldId id="303" r:id="rId14"/>
    <p:sldId id="313" r:id="rId15"/>
    <p:sldId id="349" r:id="rId16"/>
    <p:sldId id="327" r:id="rId17"/>
    <p:sldId id="337" r:id="rId18"/>
    <p:sldId id="363" r:id="rId19"/>
    <p:sldId id="344" r:id="rId20"/>
    <p:sldId id="298" r:id="rId21"/>
    <p:sldId id="321" r:id="rId22"/>
    <p:sldId id="350" r:id="rId23"/>
    <p:sldId id="351" r:id="rId24"/>
    <p:sldId id="352" r:id="rId25"/>
    <p:sldId id="311" r:id="rId26"/>
    <p:sldId id="353" r:id="rId27"/>
    <p:sldId id="310" r:id="rId28"/>
    <p:sldId id="354" r:id="rId29"/>
    <p:sldId id="331" r:id="rId30"/>
    <p:sldId id="319" r:id="rId31"/>
    <p:sldId id="317" r:id="rId32"/>
    <p:sldId id="328" r:id="rId33"/>
    <p:sldId id="338" r:id="rId34"/>
    <p:sldId id="346" r:id="rId35"/>
    <p:sldId id="348" r:id="rId36"/>
    <p:sldId id="345" r:id="rId37"/>
    <p:sldId id="355" r:id="rId38"/>
    <p:sldId id="359" r:id="rId39"/>
    <p:sldId id="356" r:id="rId40"/>
    <p:sldId id="357" r:id="rId41"/>
    <p:sldId id="358" r:id="rId42"/>
    <p:sldId id="309" r:id="rId43"/>
    <p:sldId id="361" r:id="rId44"/>
    <p:sldId id="360" r:id="rId45"/>
    <p:sldId id="329" r:id="rId46"/>
    <p:sldId id="306" r:id="rId47"/>
    <p:sldId id="312" r:id="rId48"/>
    <p:sldId id="332" r:id="rId49"/>
    <p:sldId id="308" r:id="rId50"/>
    <p:sldId id="339" r:id="rId51"/>
    <p:sldId id="340" r:id="rId52"/>
    <p:sldId id="341" r:id="rId53"/>
    <p:sldId id="333" r:id="rId54"/>
    <p:sldId id="316" r:id="rId55"/>
    <p:sldId id="334" r:id="rId56"/>
    <p:sldId id="314" r:id="rId57"/>
    <p:sldId id="336" r:id="rId58"/>
    <p:sldId id="302" r:id="rId59"/>
  </p:sldIdLst>
  <p:sldSz cx="9144000" cy="5715000" type="screen16x10"/>
  <p:notesSz cx="6794500" cy="9906000"/>
  <p:defaultTextStyle>
    <a:defPPr>
      <a:defRPr lang="fi-FI"/>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356616" algn="l" rtl="0" eaLnBrk="0" fontAlgn="base" hangingPunct="0">
      <a:spcBef>
        <a:spcPct val="0"/>
      </a:spcBef>
      <a:spcAft>
        <a:spcPct val="0"/>
      </a:spcAft>
      <a:defRPr kern="1200">
        <a:solidFill>
          <a:schemeClr val="tx1"/>
        </a:solidFill>
        <a:latin typeface="Arial" pitchFamily="34" charset="0"/>
        <a:ea typeface="+mn-ea"/>
        <a:cs typeface="+mn-cs"/>
      </a:defRPr>
    </a:lvl2pPr>
    <a:lvl3pPr marL="713232" algn="l" rtl="0" eaLnBrk="0" fontAlgn="base" hangingPunct="0">
      <a:spcBef>
        <a:spcPct val="0"/>
      </a:spcBef>
      <a:spcAft>
        <a:spcPct val="0"/>
      </a:spcAft>
      <a:defRPr kern="1200">
        <a:solidFill>
          <a:schemeClr val="tx1"/>
        </a:solidFill>
        <a:latin typeface="Arial" pitchFamily="34" charset="0"/>
        <a:ea typeface="+mn-ea"/>
        <a:cs typeface="+mn-cs"/>
      </a:defRPr>
    </a:lvl3pPr>
    <a:lvl4pPr marL="1069848" algn="l" rtl="0" eaLnBrk="0" fontAlgn="base" hangingPunct="0">
      <a:spcBef>
        <a:spcPct val="0"/>
      </a:spcBef>
      <a:spcAft>
        <a:spcPct val="0"/>
      </a:spcAft>
      <a:defRPr kern="1200">
        <a:solidFill>
          <a:schemeClr val="tx1"/>
        </a:solidFill>
        <a:latin typeface="Arial" pitchFamily="34" charset="0"/>
        <a:ea typeface="+mn-ea"/>
        <a:cs typeface="+mn-cs"/>
      </a:defRPr>
    </a:lvl4pPr>
    <a:lvl5pPr marL="1426464" algn="l" rtl="0" eaLnBrk="0" fontAlgn="base" hangingPunct="0">
      <a:spcBef>
        <a:spcPct val="0"/>
      </a:spcBef>
      <a:spcAft>
        <a:spcPct val="0"/>
      </a:spcAft>
      <a:defRPr kern="1200">
        <a:solidFill>
          <a:schemeClr val="tx1"/>
        </a:solidFill>
        <a:latin typeface="Arial" pitchFamily="34" charset="0"/>
        <a:ea typeface="+mn-ea"/>
        <a:cs typeface="+mn-cs"/>
      </a:defRPr>
    </a:lvl5pPr>
    <a:lvl6pPr marL="1783080" algn="l" defTabSz="713232" rtl="0" eaLnBrk="1" latinLnBrk="0" hangingPunct="1">
      <a:defRPr kern="1200">
        <a:solidFill>
          <a:schemeClr val="tx1"/>
        </a:solidFill>
        <a:latin typeface="Arial" pitchFamily="34" charset="0"/>
        <a:ea typeface="+mn-ea"/>
        <a:cs typeface="+mn-cs"/>
      </a:defRPr>
    </a:lvl6pPr>
    <a:lvl7pPr marL="2139696" algn="l" defTabSz="713232" rtl="0" eaLnBrk="1" latinLnBrk="0" hangingPunct="1">
      <a:defRPr kern="1200">
        <a:solidFill>
          <a:schemeClr val="tx1"/>
        </a:solidFill>
        <a:latin typeface="Arial" pitchFamily="34" charset="0"/>
        <a:ea typeface="+mn-ea"/>
        <a:cs typeface="+mn-cs"/>
      </a:defRPr>
    </a:lvl7pPr>
    <a:lvl8pPr marL="2496312" algn="l" defTabSz="713232" rtl="0" eaLnBrk="1" latinLnBrk="0" hangingPunct="1">
      <a:defRPr kern="1200">
        <a:solidFill>
          <a:schemeClr val="tx1"/>
        </a:solidFill>
        <a:latin typeface="Arial" pitchFamily="34" charset="0"/>
        <a:ea typeface="+mn-ea"/>
        <a:cs typeface="+mn-cs"/>
      </a:defRPr>
    </a:lvl8pPr>
    <a:lvl9pPr marL="2852928" algn="l" defTabSz="713232"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021F00-B0F4-4890-BF5D-F2DA0E765291}" v="119" dt="2026-02-18T14:57:57.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4715" autoAdjust="0"/>
  </p:normalViewPr>
  <p:slideViewPr>
    <p:cSldViewPr>
      <p:cViewPr varScale="1">
        <p:scale>
          <a:sx n="148" d="100"/>
          <a:sy n="148" d="100"/>
        </p:scale>
        <p:origin x="108" y="126"/>
      </p:cViewPr>
      <p:guideLst>
        <p:guide orient="horz" pos="180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akko Huikari" userId="S::jmth@univ.yo.oulu.fi::086b325c-d512-4021-ba00-0d270aaca715" providerId="AD" clId="Web-{D6307B11-9033-7516-F4E0-E8A4989DE175}"/>
    <pc:docChg chg="modSld">
      <pc:chgData name="Jaakko Huikari" userId="S::jmth@univ.yo.oulu.fi::086b325c-d512-4021-ba00-0d270aaca715" providerId="AD" clId="Web-{D6307B11-9033-7516-F4E0-E8A4989DE175}" dt="2026-02-16T19:10:08.629" v="399" actId="20577"/>
      <pc:docMkLst>
        <pc:docMk/>
      </pc:docMkLst>
      <pc:sldChg chg="modSp">
        <pc:chgData name="Jaakko Huikari" userId="S::jmth@univ.yo.oulu.fi::086b325c-d512-4021-ba00-0d270aaca715" providerId="AD" clId="Web-{D6307B11-9033-7516-F4E0-E8A4989DE175}" dt="2026-02-16T17:48:54.149" v="14" actId="20577"/>
        <pc:sldMkLst>
          <pc:docMk/>
          <pc:sldMk cId="0" sldId="298"/>
        </pc:sldMkLst>
        <pc:spChg chg="mod">
          <ac:chgData name="Jaakko Huikari" userId="S::jmth@univ.yo.oulu.fi::086b325c-d512-4021-ba00-0d270aaca715" providerId="AD" clId="Web-{D6307B11-9033-7516-F4E0-E8A4989DE175}" dt="2026-02-16T17:48:54.149" v="14" actId="20577"/>
          <ac:spMkLst>
            <pc:docMk/>
            <pc:sldMk cId="0" sldId="298"/>
            <ac:spMk id="14339" creationId="{00000000-0000-0000-0000-000000000000}"/>
          </ac:spMkLst>
        </pc:spChg>
      </pc:sldChg>
      <pc:sldChg chg="modSp">
        <pc:chgData name="Jaakko Huikari" userId="S::jmth@univ.yo.oulu.fi::086b325c-d512-4021-ba00-0d270aaca715" providerId="AD" clId="Web-{D6307B11-9033-7516-F4E0-E8A4989DE175}" dt="2026-02-16T19:01:04.224" v="348" actId="20577"/>
        <pc:sldMkLst>
          <pc:docMk/>
          <pc:sldMk cId="0" sldId="309"/>
        </pc:sldMkLst>
        <pc:spChg chg="mod">
          <ac:chgData name="Jaakko Huikari" userId="S::jmth@univ.yo.oulu.fi::086b325c-d512-4021-ba00-0d270aaca715" providerId="AD" clId="Web-{D6307B11-9033-7516-F4E0-E8A4989DE175}" dt="2026-02-16T19:01:04.224" v="348" actId="20577"/>
          <ac:spMkLst>
            <pc:docMk/>
            <pc:sldMk cId="0" sldId="309"/>
            <ac:spMk id="3" creationId="{00000000-0000-0000-0000-000000000000}"/>
          </ac:spMkLst>
        </pc:spChg>
      </pc:sldChg>
      <pc:sldChg chg="modSp">
        <pc:chgData name="Jaakko Huikari" userId="S::jmth@univ.yo.oulu.fi::086b325c-d512-4021-ba00-0d270aaca715" providerId="AD" clId="Web-{D6307B11-9033-7516-F4E0-E8A4989DE175}" dt="2026-02-16T18:22:58.646" v="157" actId="14100"/>
        <pc:sldMkLst>
          <pc:docMk/>
          <pc:sldMk cId="1669910169" sldId="310"/>
        </pc:sldMkLst>
        <pc:spChg chg="mod">
          <ac:chgData name="Jaakko Huikari" userId="S::jmth@univ.yo.oulu.fi::086b325c-d512-4021-ba00-0d270aaca715" providerId="AD" clId="Web-{D6307B11-9033-7516-F4E0-E8A4989DE175}" dt="2026-02-16T18:22:58.646" v="157" actId="14100"/>
          <ac:spMkLst>
            <pc:docMk/>
            <pc:sldMk cId="1669910169" sldId="310"/>
            <ac:spMk id="3" creationId="{00000000-0000-0000-0000-000000000000}"/>
          </ac:spMkLst>
        </pc:spChg>
      </pc:sldChg>
      <pc:sldChg chg="modSp">
        <pc:chgData name="Jaakko Huikari" userId="S::jmth@univ.yo.oulu.fi::086b325c-d512-4021-ba00-0d270aaca715" providerId="AD" clId="Web-{D6307B11-9033-7516-F4E0-E8A4989DE175}" dt="2026-02-16T18:13:30.097" v="135" actId="20577"/>
        <pc:sldMkLst>
          <pc:docMk/>
          <pc:sldMk cId="4031146708" sldId="311"/>
        </pc:sldMkLst>
        <pc:spChg chg="mod">
          <ac:chgData name="Jaakko Huikari" userId="S::jmth@univ.yo.oulu.fi::086b325c-d512-4021-ba00-0d270aaca715" providerId="AD" clId="Web-{D6307B11-9033-7516-F4E0-E8A4989DE175}" dt="2026-02-16T18:13:30.097" v="135" actId="20577"/>
          <ac:spMkLst>
            <pc:docMk/>
            <pc:sldMk cId="4031146708" sldId="311"/>
            <ac:spMk id="14339" creationId="{00000000-0000-0000-0000-000000000000}"/>
          </ac:spMkLst>
        </pc:spChg>
      </pc:sldChg>
      <pc:sldChg chg="modSp">
        <pc:chgData name="Jaakko Huikari" userId="S::jmth@univ.yo.oulu.fi::086b325c-d512-4021-ba00-0d270aaca715" providerId="AD" clId="Web-{D6307B11-9033-7516-F4E0-E8A4989DE175}" dt="2026-02-16T18:30:43.199" v="198" actId="20577"/>
        <pc:sldMkLst>
          <pc:docMk/>
          <pc:sldMk cId="2429364370" sldId="319"/>
        </pc:sldMkLst>
        <pc:spChg chg="mod">
          <ac:chgData name="Jaakko Huikari" userId="S::jmth@univ.yo.oulu.fi::086b325c-d512-4021-ba00-0d270aaca715" providerId="AD" clId="Web-{D6307B11-9033-7516-F4E0-E8A4989DE175}" dt="2026-02-16T18:30:43.199" v="198" actId="20577"/>
          <ac:spMkLst>
            <pc:docMk/>
            <pc:sldMk cId="2429364370" sldId="319"/>
            <ac:spMk id="4" creationId="{00000000-0000-0000-0000-000000000000}"/>
          </ac:spMkLst>
        </pc:spChg>
      </pc:sldChg>
      <pc:sldChg chg="modSp">
        <pc:chgData name="Jaakko Huikari" userId="S::jmth@univ.yo.oulu.fi::086b325c-d512-4021-ba00-0d270aaca715" providerId="AD" clId="Web-{D6307B11-9033-7516-F4E0-E8A4989DE175}" dt="2026-02-16T18:33:52.425" v="221" actId="20577"/>
        <pc:sldMkLst>
          <pc:docMk/>
          <pc:sldMk cId="152974837" sldId="338"/>
        </pc:sldMkLst>
        <pc:spChg chg="mod">
          <ac:chgData name="Jaakko Huikari" userId="S::jmth@univ.yo.oulu.fi::086b325c-d512-4021-ba00-0d270aaca715" providerId="AD" clId="Web-{D6307B11-9033-7516-F4E0-E8A4989DE175}" dt="2026-02-16T18:33:52.425" v="221" actId="20577"/>
          <ac:spMkLst>
            <pc:docMk/>
            <pc:sldMk cId="152974837" sldId="338"/>
            <ac:spMk id="3" creationId="{007EE4DD-546D-C42C-D611-3DA1E8681D55}"/>
          </ac:spMkLst>
        </pc:spChg>
      </pc:sldChg>
      <pc:sldChg chg="modSp">
        <pc:chgData name="Jaakko Huikari" userId="S::jmth@univ.yo.oulu.fi::086b325c-d512-4021-ba00-0d270aaca715" providerId="AD" clId="Web-{D6307B11-9033-7516-F4E0-E8A4989DE175}" dt="2026-02-16T18:45:07.965" v="272" actId="20577"/>
        <pc:sldMkLst>
          <pc:docMk/>
          <pc:sldMk cId="3058095" sldId="345"/>
        </pc:sldMkLst>
        <pc:spChg chg="mod">
          <ac:chgData name="Jaakko Huikari" userId="S::jmth@univ.yo.oulu.fi::086b325c-d512-4021-ba00-0d270aaca715" providerId="AD" clId="Web-{D6307B11-9033-7516-F4E0-E8A4989DE175}" dt="2026-02-16T18:45:07.965" v="272" actId="20577"/>
          <ac:spMkLst>
            <pc:docMk/>
            <pc:sldMk cId="3058095" sldId="345"/>
            <ac:spMk id="3" creationId="{15F85389-CBBB-E076-B07F-BD83441492F5}"/>
          </ac:spMkLst>
        </pc:spChg>
      </pc:sldChg>
      <pc:sldChg chg="modSp">
        <pc:chgData name="Jaakko Huikari" userId="S::jmth@univ.yo.oulu.fi::086b325c-d512-4021-ba00-0d270aaca715" providerId="AD" clId="Web-{D6307B11-9033-7516-F4E0-E8A4989DE175}" dt="2026-02-16T18:36:04.178" v="223" actId="20577"/>
        <pc:sldMkLst>
          <pc:docMk/>
          <pc:sldMk cId="3494392631" sldId="346"/>
        </pc:sldMkLst>
        <pc:spChg chg="mod">
          <ac:chgData name="Jaakko Huikari" userId="S::jmth@univ.yo.oulu.fi::086b325c-d512-4021-ba00-0d270aaca715" providerId="AD" clId="Web-{D6307B11-9033-7516-F4E0-E8A4989DE175}" dt="2026-02-16T18:36:04.178" v="223" actId="20577"/>
          <ac:spMkLst>
            <pc:docMk/>
            <pc:sldMk cId="3494392631" sldId="346"/>
            <ac:spMk id="3" creationId="{3F4A2AEE-BB5C-3693-5893-2E4A758780FE}"/>
          </ac:spMkLst>
        </pc:spChg>
      </pc:sldChg>
      <pc:sldChg chg="modSp">
        <pc:chgData name="Jaakko Huikari" userId="S::jmth@univ.yo.oulu.fi::086b325c-d512-4021-ba00-0d270aaca715" providerId="AD" clId="Web-{D6307B11-9033-7516-F4E0-E8A4989DE175}" dt="2026-02-16T18:40:55.792" v="258" actId="20577"/>
        <pc:sldMkLst>
          <pc:docMk/>
          <pc:sldMk cId="3818678782" sldId="348"/>
        </pc:sldMkLst>
        <pc:spChg chg="mod">
          <ac:chgData name="Jaakko Huikari" userId="S::jmth@univ.yo.oulu.fi::086b325c-d512-4021-ba00-0d270aaca715" providerId="AD" clId="Web-{D6307B11-9033-7516-F4E0-E8A4989DE175}" dt="2026-02-16T18:40:32.338" v="245" actId="20577"/>
          <ac:spMkLst>
            <pc:docMk/>
            <pc:sldMk cId="3818678782" sldId="348"/>
            <ac:spMk id="2" creationId="{A8C081F0-7096-E83E-96E0-5F36F340339E}"/>
          </ac:spMkLst>
        </pc:spChg>
        <pc:spChg chg="mod">
          <ac:chgData name="Jaakko Huikari" userId="S::jmth@univ.yo.oulu.fi::086b325c-d512-4021-ba00-0d270aaca715" providerId="AD" clId="Web-{D6307B11-9033-7516-F4E0-E8A4989DE175}" dt="2026-02-16T18:40:55.792" v="258" actId="20577"/>
          <ac:spMkLst>
            <pc:docMk/>
            <pc:sldMk cId="3818678782" sldId="348"/>
            <ac:spMk id="3" creationId="{96233A66-7A50-87B7-A7C2-8E5309A428D7}"/>
          </ac:spMkLst>
        </pc:spChg>
      </pc:sldChg>
      <pc:sldChg chg="modSp">
        <pc:chgData name="Jaakko Huikari" userId="S::jmth@univ.yo.oulu.fi::086b325c-d512-4021-ba00-0d270aaca715" providerId="AD" clId="Web-{D6307B11-9033-7516-F4E0-E8A4989DE175}" dt="2026-02-16T18:04:28.309" v="108" actId="20577"/>
        <pc:sldMkLst>
          <pc:docMk/>
          <pc:sldMk cId="878280987" sldId="350"/>
        </pc:sldMkLst>
        <pc:spChg chg="mod">
          <ac:chgData name="Jaakko Huikari" userId="S::jmth@univ.yo.oulu.fi::086b325c-d512-4021-ba00-0d270aaca715" providerId="AD" clId="Web-{D6307B11-9033-7516-F4E0-E8A4989DE175}" dt="2026-02-16T18:04:28.309" v="108" actId="20577"/>
          <ac:spMkLst>
            <pc:docMk/>
            <pc:sldMk cId="878280987" sldId="350"/>
            <ac:spMk id="14339" creationId="{95F627D4-21D4-96BB-F0EA-1D2DB4525AA1}"/>
          </ac:spMkLst>
        </pc:spChg>
      </pc:sldChg>
      <pc:sldChg chg="modSp">
        <pc:chgData name="Jaakko Huikari" userId="S::jmth@univ.yo.oulu.fi::086b325c-d512-4021-ba00-0d270aaca715" providerId="AD" clId="Web-{D6307B11-9033-7516-F4E0-E8A4989DE175}" dt="2026-02-16T18:07:03.608" v="113" actId="20577"/>
        <pc:sldMkLst>
          <pc:docMk/>
          <pc:sldMk cId="4024246474" sldId="351"/>
        </pc:sldMkLst>
        <pc:spChg chg="mod">
          <ac:chgData name="Jaakko Huikari" userId="S::jmth@univ.yo.oulu.fi::086b325c-d512-4021-ba00-0d270aaca715" providerId="AD" clId="Web-{D6307B11-9033-7516-F4E0-E8A4989DE175}" dt="2026-02-16T18:07:03.608" v="113" actId="20577"/>
          <ac:spMkLst>
            <pc:docMk/>
            <pc:sldMk cId="4024246474" sldId="351"/>
            <ac:spMk id="14339" creationId="{BDF11C87-0F0D-FFF5-096D-EDCDD9E78513}"/>
          </ac:spMkLst>
        </pc:spChg>
      </pc:sldChg>
      <pc:sldChg chg="modSp">
        <pc:chgData name="Jaakko Huikari" userId="S::jmth@univ.yo.oulu.fi::086b325c-d512-4021-ba00-0d270aaca715" providerId="AD" clId="Web-{D6307B11-9033-7516-F4E0-E8A4989DE175}" dt="2026-02-16T18:09:16.640" v="122" actId="20577"/>
        <pc:sldMkLst>
          <pc:docMk/>
          <pc:sldMk cId="4022896641" sldId="352"/>
        </pc:sldMkLst>
        <pc:spChg chg="mod">
          <ac:chgData name="Jaakko Huikari" userId="S::jmth@univ.yo.oulu.fi::086b325c-d512-4021-ba00-0d270aaca715" providerId="AD" clId="Web-{D6307B11-9033-7516-F4E0-E8A4989DE175}" dt="2026-02-16T18:09:16.640" v="122" actId="20577"/>
          <ac:spMkLst>
            <pc:docMk/>
            <pc:sldMk cId="4022896641" sldId="352"/>
            <ac:spMk id="14339" creationId="{B3727140-6D4E-3737-795C-35CEAAD1B931}"/>
          </ac:spMkLst>
        </pc:spChg>
      </pc:sldChg>
      <pc:sldChg chg="modSp">
        <pc:chgData name="Jaakko Huikari" userId="S::jmth@univ.yo.oulu.fi::086b325c-d512-4021-ba00-0d270aaca715" providerId="AD" clId="Web-{D6307B11-9033-7516-F4E0-E8A4989DE175}" dt="2026-02-16T18:24:37.240" v="167" actId="20577"/>
        <pc:sldMkLst>
          <pc:docMk/>
          <pc:sldMk cId="3590108851" sldId="354"/>
        </pc:sldMkLst>
        <pc:spChg chg="mod">
          <ac:chgData name="Jaakko Huikari" userId="S::jmth@univ.yo.oulu.fi::086b325c-d512-4021-ba00-0d270aaca715" providerId="AD" clId="Web-{D6307B11-9033-7516-F4E0-E8A4989DE175}" dt="2026-02-16T18:24:37.240" v="167" actId="20577"/>
          <ac:spMkLst>
            <pc:docMk/>
            <pc:sldMk cId="3590108851" sldId="354"/>
            <ac:spMk id="14339" creationId="{09189741-E251-742B-0F3B-677AE4D8AE3C}"/>
          </ac:spMkLst>
        </pc:spChg>
      </pc:sldChg>
      <pc:sldChg chg="modSp">
        <pc:chgData name="Jaakko Huikari" userId="S::jmth@univ.yo.oulu.fi::086b325c-d512-4021-ba00-0d270aaca715" providerId="AD" clId="Web-{D6307B11-9033-7516-F4E0-E8A4989DE175}" dt="2026-02-16T18:55:10.029" v="310" actId="20577"/>
        <pc:sldMkLst>
          <pc:docMk/>
          <pc:sldMk cId="1783468965" sldId="357"/>
        </pc:sldMkLst>
        <pc:spChg chg="mod">
          <ac:chgData name="Jaakko Huikari" userId="S::jmth@univ.yo.oulu.fi::086b325c-d512-4021-ba00-0d270aaca715" providerId="AD" clId="Web-{D6307B11-9033-7516-F4E0-E8A4989DE175}" dt="2026-02-16T18:55:10.029" v="310" actId="20577"/>
          <ac:spMkLst>
            <pc:docMk/>
            <pc:sldMk cId="1783468965" sldId="357"/>
            <ac:spMk id="3" creationId="{D2E35722-EFA3-ABE2-8C3F-66BFB3D9CC4B}"/>
          </ac:spMkLst>
        </pc:spChg>
      </pc:sldChg>
      <pc:sldChg chg="modSp">
        <pc:chgData name="Jaakko Huikari" userId="S::jmth@univ.yo.oulu.fi::086b325c-d512-4021-ba00-0d270aaca715" providerId="AD" clId="Web-{D6307B11-9033-7516-F4E0-E8A4989DE175}" dt="2026-02-16T18:57:49.187" v="323" actId="20577"/>
        <pc:sldMkLst>
          <pc:docMk/>
          <pc:sldMk cId="2421007182" sldId="358"/>
        </pc:sldMkLst>
        <pc:spChg chg="mod">
          <ac:chgData name="Jaakko Huikari" userId="S::jmth@univ.yo.oulu.fi::086b325c-d512-4021-ba00-0d270aaca715" providerId="AD" clId="Web-{D6307B11-9033-7516-F4E0-E8A4989DE175}" dt="2026-02-16T18:57:49.187" v="323" actId="20577"/>
          <ac:spMkLst>
            <pc:docMk/>
            <pc:sldMk cId="2421007182" sldId="358"/>
            <ac:spMk id="3" creationId="{00000000-0000-0000-0000-000000000000}"/>
          </ac:spMkLst>
        </pc:spChg>
      </pc:sldChg>
      <pc:sldChg chg="modSp">
        <pc:chgData name="Jaakko Huikari" userId="S::jmth@univ.yo.oulu.fi::086b325c-d512-4021-ba00-0d270aaca715" providerId="AD" clId="Web-{D6307B11-9033-7516-F4E0-E8A4989DE175}" dt="2026-02-16T19:10:08.629" v="399" actId="20577"/>
        <pc:sldMkLst>
          <pc:docMk/>
          <pc:sldMk cId="3370365562" sldId="360"/>
        </pc:sldMkLst>
        <pc:spChg chg="mod">
          <ac:chgData name="Jaakko Huikari" userId="S::jmth@univ.yo.oulu.fi::086b325c-d512-4021-ba00-0d270aaca715" providerId="AD" clId="Web-{D6307B11-9033-7516-F4E0-E8A4989DE175}" dt="2026-02-16T19:08:21.611" v="386" actId="20577"/>
          <ac:spMkLst>
            <pc:docMk/>
            <pc:sldMk cId="3370365562" sldId="360"/>
            <ac:spMk id="2" creationId="{102E4CA6-1C4D-0428-7906-0F8166080D36}"/>
          </ac:spMkLst>
        </pc:spChg>
        <pc:spChg chg="mod">
          <ac:chgData name="Jaakko Huikari" userId="S::jmth@univ.yo.oulu.fi::086b325c-d512-4021-ba00-0d270aaca715" providerId="AD" clId="Web-{D6307B11-9033-7516-F4E0-E8A4989DE175}" dt="2026-02-16T19:10:08.629" v="399" actId="20577"/>
          <ac:spMkLst>
            <pc:docMk/>
            <pc:sldMk cId="3370365562" sldId="360"/>
            <ac:spMk id="3" creationId="{BE765116-89C0-AEBA-F58F-152BF80D4D3A}"/>
          </ac:spMkLst>
        </pc:spChg>
      </pc:sldChg>
      <pc:sldChg chg="modSp">
        <pc:chgData name="Jaakko Huikari" userId="S::jmth@univ.yo.oulu.fi::086b325c-d512-4021-ba00-0d270aaca715" providerId="AD" clId="Web-{D6307B11-9033-7516-F4E0-E8A4989DE175}" dt="2026-02-16T19:05:29.793" v="384" actId="14100"/>
        <pc:sldMkLst>
          <pc:docMk/>
          <pc:sldMk cId="3507235723" sldId="361"/>
        </pc:sldMkLst>
        <pc:spChg chg="mod">
          <ac:chgData name="Jaakko Huikari" userId="S::jmth@univ.yo.oulu.fi::086b325c-d512-4021-ba00-0d270aaca715" providerId="AD" clId="Web-{D6307B11-9033-7516-F4E0-E8A4989DE175}" dt="2026-02-16T19:05:29.793" v="384" actId="14100"/>
          <ac:spMkLst>
            <pc:docMk/>
            <pc:sldMk cId="3507235723" sldId="361"/>
            <ac:spMk id="3" creationId="{A453DDC1-F65E-0990-A1EB-B5F8B0656999}"/>
          </ac:spMkLst>
        </pc:spChg>
      </pc:sldChg>
    </pc:docChg>
  </pc:docChgLst>
  <pc:docChgLst>
    <pc:chgData name="Jaakko Huikari" userId="086b325c-d512-4021-ba00-0d270aaca715" providerId="ADAL" clId="{39827B6E-26FF-4F9F-80C1-40ACB7982023}"/>
    <pc:docChg chg="undo redo custSel addSld delSld modSld sldOrd modMainMaster">
      <pc:chgData name="Jaakko Huikari" userId="086b325c-d512-4021-ba00-0d270aaca715" providerId="ADAL" clId="{39827B6E-26FF-4F9F-80C1-40ACB7982023}" dt="2026-02-19T07:09:16.937" v="19654" actId="20577"/>
      <pc:docMkLst>
        <pc:docMk/>
      </pc:docMkLst>
      <pc:sldChg chg="modSp mod">
        <pc:chgData name="Jaakko Huikari" userId="086b325c-d512-4021-ba00-0d270aaca715" providerId="ADAL" clId="{39827B6E-26FF-4F9F-80C1-40ACB7982023}" dt="2026-02-18T09:14:05.237" v="17373" actId="1035"/>
        <pc:sldMkLst>
          <pc:docMk/>
          <pc:sldMk cId="0" sldId="280"/>
        </pc:sldMkLst>
        <pc:spChg chg="mod">
          <ac:chgData name="Jaakko Huikari" userId="086b325c-d512-4021-ba00-0d270aaca715" providerId="ADAL" clId="{39827B6E-26FF-4F9F-80C1-40ACB7982023}" dt="2026-02-18T09:14:05.237" v="17373" actId="1035"/>
          <ac:spMkLst>
            <pc:docMk/>
            <pc:sldMk cId="0" sldId="280"/>
            <ac:spMk id="6" creationId="{00000000-0000-0000-0000-000000000000}"/>
          </ac:spMkLst>
        </pc:spChg>
      </pc:sldChg>
      <pc:sldChg chg="modSp add mod">
        <pc:chgData name="Jaakko Huikari" userId="086b325c-d512-4021-ba00-0d270aaca715" providerId="ADAL" clId="{39827B6E-26FF-4F9F-80C1-40ACB7982023}" dt="2026-02-18T09:59:46.672" v="17469" actId="20577"/>
        <pc:sldMkLst>
          <pc:docMk/>
          <pc:sldMk cId="0" sldId="298"/>
        </pc:sldMkLst>
        <pc:spChg chg="mod">
          <ac:chgData name="Jaakko Huikari" userId="086b325c-d512-4021-ba00-0d270aaca715" providerId="ADAL" clId="{39827B6E-26FF-4F9F-80C1-40ACB7982023}" dt="2026-02-18T09:59:46.672" v="17469" actId="20577"/>
          <ac:spMkLst>
            <pc:docMk/>
            <pc:sldMk cId="0" sldId="298"/>
            <ac:spMk id="14339" creationId="{00000000-0000-0000-0000-000000000000}"/>
          </ac:spMkLst>
        </pc:spChg>
      </pc:sldChg>
      <pc:sldChg chg="addSp delSp modSp mod">
        <pc:chgData name="Jaakko Huikari" userId="086b325c-d512-4021-ba00-0d270aaca715" providerId="ADAL" clId="{39827B6E-26FF-4F9F-80C1-40ACB7982023}" dt="2026-02-18T14:58:06.193" v="19608" actId="6549"/>
        <pc:sldMkLst>
          <pc:docMk/>
          <pc:sldMk cId="0" sldId="299"/>
        </pc:sldMkLst>
        <pc:spChg chg="add mod">
          <ac:chgData name="Jaakko Huikari" userId="086b325c-d512-4021-ba00-0d270aaca715" providerId="ADAL" clId="{39827B6E-26FF-4F9F-80C1-40ACB7982023}" dt="2026-02-17T10:01:32.424" v="16417" actId="20577"/>
          <ac:spMkLst>
            <pc:docMk/>
            <pc:sldMk cId="0" sldId="299"/>
            <ac:spMk id="3" creationId="{485DA4AE-D52B-22D5-35D4-9F3368A21520}"/>
          </ac:spMkLst>
        </pc:spChg>
        <pc:spChg chg="mod">
          <ac:chgData name="Jaakko Huikari" userId="086b325c-d512-4021-ba00-0d270aaca715" providerId="ADAL" clId="{39827B6E-26FF-4F9F-80C1-40ACB7982023}" dt="2026-02-18T14:58:06.193" v="19608" actId="6549"/>
          <ac:spMkLst>
            <pc:docMk/>
            <pc:sldMk cId="0" sldId="299"/>
            <ac:spMk id="5" creationId="{C1611D59-15AD-86D4-CFBF-8F89907D378F}"/>
          </ac:spMkLst>
        </pc:spChg>
      </pc:sldChg>
      <pc:sldChg chg="addSp delSp modSp mod">
        <pc:chgData name="Jaakko Huikari" userId="086b325c-d512-4021-ba00-0d270aaca715" providerId="ADAL" clId="{39827B6E-26FF-4F9F-80C1-40ACB7982023}" dt="2026-02-18T13:53:21.188" v="19076" actId="6549"/>
        <pc:sldMkLst>
          <pc:docMk/>
          <pc:sldMk cId="0" sldId="303"/>
        </pc:sldMkLst>
        <pc:spChg chg="mod">
          <ac:chgData name="Jaakko Huikari" userId="086b325c-d512-4021-ba00-0d270aaca715" providerId="ADAL" clId="{39827B6E-26FF-4F9F-80C1-40ACB7982023}" dt="2026-02-18T13:53:21.188" v="19076" actId="6549"/>
          <ac:spMkLst>
            <pc:docMk/>
            <pc:sldMk cId="0" sldId="303"/>
            <ac:spMk id="3" creationId="{00000000-0000-0000-0000-000000000000}"/>
          </ac:spMkLst>
        </pc:spChg>
        <pc:spChg chg="add mod ord">
          <ac:chgData name="Jaakko Huikari" userId="086b325c-d512-4021-ba00-0d270aaca715" providerId="ADAL" clId="{39827B6E-26FF-4F9F-80C1-40ACB7982023}" dt="2026-02-15T11:28:20.762" v="12964"/>
          <ac:spMkLst>
            <pc:docMk/>
            <pc:sldMk cId="0" sldId="303"/>
            <ac:spMk id="4" creationId="{BDB93D68-9D06-557F-7238-6C357C22DF28}"/>
          </ac:spMkLst>
        </pc:spChg>
      </pc:sldChg>
      <pc:sldChg chg="modSp mod">
        <pc:chgData name="Jaakko Huikari" userId="086b325c-d512-4021-ba00-0d270aaca715" providerId="ADAL" clId="{39827B6E-26FF-4F9F-80C1-40ACB7982023}" dt="2026-02-18T13:48:35.391" v="19062" actId="20577"/>
        <pc:sldMkLst>
          <pc:docMk/>
          <pc:sldMk cId="0" sldId="306"/>
        </pc:sldMkLst>
        <pc:spChg chg="mod">
          <ac:chgData name="Jaakko Huikari" userId="086b325c-d512-4021-ba00-0d270aaca715" providerId="ADAL" clId="{39827B6E-26FF-4F9F-80C1-40ACB7982023}" dt="2026-02-18T13:48:35.391" v="19062" actId="20577"/>
          <ac:spMkLst>
            <pc:docMk/>
            <pc:sldMk cId="0" sldId="306"/>
            <ac:spMk id="2" creationId="{00000000-0000-0000-0000-000000000000}"/>
          </ac:spMkLst>
        </pc:spChg>
        <pc:spChg chg="mod">
          <ac:chgData name="Jaakko Huikari" userId="086b325c-d512-4021-ba00-0d270aaca715" providerId="ADAL" clId="{39827B6E-26FF-4F9F-80C1-40ACB7982023}" dt="2026-02-18T13:48:33.423" v="19059" actId="207"/>
          <ac:spMkLst>
            <pc:docMk/>
            <pc:sldMk cId="0" sldId="306"/>
            <ac:spMk id="3" creationId="{00000000-0000-0000-0000-000000000000}"/>
          </ac:spMkLst>
        </pc:spChg>
      </pc:sldChg>
      <pc:sldChg chg="addSp delSp modSp mod">
        <pc:chgData name="Jaakko Huikari" userId="086b325c-d512-4021-ba00-0d270aaca715" providerId="ADAL" clId="{39827B6E-26FF-4F9F-80C1-40ACB7982023}" dt="2026-02-18T09:51:49.146" v="17420" actId="12"/>
        <pc:sldMkLst>
          <pc:docMk/>
          <pc:sldMk cId="0" sldId="307"/>
        </pc:sldMkLst>
        <pc:spChg chg="mod">
          <ac:chgData name="Jaakko Huikari" userId="086b325c-d512-4021-ba00-0d270aaca715" providerId="ADAL" clId="{39827B6E-26FF-4F9F-80C1-40ACB7982023}" dt="2026-02-18T09:51:49.146" v="17420" actId="12"/>
          <ac:spMkLst>
            <pc:docMk/>
            <pc:sldMk cId="0" sldId="307"/>
            <ac:spMk id="4" creationId="{00000000-0000-0000-0000-000000000000}"/>
          </ac:spMkLst>
        </pc:spChg>
        <pc:spChg chg="add mod ord">
          <ac:chgData name="Jaakko Huikari" userId="086b325c-d512-4021-ba00-0d270aaca715" providerId="ADAL" clId="{39827B6E-26FF-4F9F-80C1-40ACB7982023}" dt="2026-02-15T11:27:14.122" v="12951"/>
          <ac:spMkLst>
            <pc:docMk/>
            <pc:sldMk cId="0" sldId="307"/>
            <ac:spMk id="6" creationId="{39A817C0-7E32-E506-8A13-5AE00F32226F}"/>
          </ac:spMkLst>
        </pc:spChg>
      </pc:sldChg>
      <pc:sldChg chg="addSp delSp modSp mod">
        <pc:chgData name="Jaakko Huikari" userId="086b325c-d512-4021-ba00-0d270aaca715" providerId="ADAL" clId="{39827B6E-26FF-4F9F-80C1-40ACB7982023}" dt="2026-02-18T12:10:27.813" v="18749" actId="6549"/>
        <pc:sldMkLst>
          <pc:docMk/>
          <pc:sldMk cId="0" sldId="308"/>
        </pc:sldMkLst>
        <pc:spChg chg="mod">
          <ac:chgData name="Jaakko Huikari" userId="086b325c-d512-4021-ba00-0d270aaca715" providerId="ADAL" clId="{39827B6E-26FF-4F9F-80C1-40ACB7982023}" dt="2026-02-18T12:09:20.054" v="18748" actId="207"/>
          <ac:spMkLst>
            <pc:docMk/>
            <pc:sldMk cId="0" sldId="308"/>
            <ac:spMk id="3" creationId="{00000000-0000-0000-0000-000000000000}"/>
          </ac:spMkLst>
        </pc:spChg>
        <pc:spChg chg="add mod ord">
          <ac:chgData name="Jaakko Huikari" userId="086b325c-d512-4021-ba00-0d270aaca715" providerId="ADAL" clId="{39827B6E-26FF-4F9F-80C1-40ACB7982023}" dt="2026-02-18T12:10:27.813" v="18749" actId="6549"/>
          <ac:spMkLst>
            <pc:docMk/>
            <pc:sldMk cId="0" sldId="308"/>
            <ac:spMk id="4" creationId="{0A9E8415-B783-C81E-DB30-BEC197A27508}"/>
          </ac:spMkLst>
        </pc:spChg>
      </pc:sldChg>
      <pc:sldChg chg="modSp add del mod">
        <pc:chgData name="Jaakko Huikari" userId="086b325c-d512-4021-ba00-0d270aaca715" providerId="ADAL" clId="{39827B6E-26FF-4F9F-80C1-40ACB7982023}" dt="2026-02-18T11:52:11.884" v="18621" actId="207"/>
        <pc:sldMkLst>
          <pc:docMk/>
          <pc:sldMk cId="0" sldId="309"/>
        </pc:sldMkLst>
        <pc:spChg chg="mod">
          <ac:chgData name="Jaakko Huikari" userId="086b325c-d512-4021-ba00-0d270aaca715" providerId="ADAL" clId="{39827B6E-26FF-4F9F-80C1-40ACB7982023}" dt="2026-02-18T11:51:57.101" v="18620" actId="20577"/>
          <ac:spMkLst>
            <pc:docMk/>
            <pc:sldMk cId="0" sldId="309"/>
            <ac:spMk id="2" creationId="{00000000-0000-0000-0000-000000000000}"/>
          </ac:spMkLst>
        </pc:spChg>
        <pc:spChg chg="mod">
          <ac:chgData name="Jaakko Huikari" userId="086b325c-d512-4021-ba00-0d270aaca715" providerId="ADAL" clId="{39827B6E-26FF-4F9F-80C1-40ACB7982023}" dt="2026-02-18T11:52:11.884" v="18621" actId="207"/>
          <ac:spMkLst>
            <pc:docMk/>
            <pc:sldMk cId="0" sldId="309"/>
            <ac:spMk id="3" creationId="{00000000-0000-0000-0000-000000000000}"/>
          </ac:spMkLst>
        </pc:spChg>
      </pc:sldChg>
      <pc:sldChg chg="modSp add mod">
        <pc:chgData name="Jaakko Huikari" userId="086b325c-d512-4021-ba00-0d270aaca715" providerId="ADAL" clId="{39827B6E-26FF-4F9F-80C1-40ACB7982023}" dt="2026-02-18T11:31:51.552" v="18280" actId="207"/>
        <pc:sldMkLst>
          <pc:docMk/>
          <pc:sldMk cId="1669910169" sldId="310"/>
        </pc:sldMkLst>
        <pc:spChg chg="mod">
          <ac:chgData name="Jaakko Huikari" userId="086b325c-d512-4021-ba00-0d270aaca715" providerId="ADAL" clId="{39827B6E-26FF-4F9F-80C1-40ACB7982023}" dt="2026-02-16T13:33:05.524" v="14614" actId="6549"/>
          <ac:spMkLst>
            <pc:docMk/>
            <pc:sldMk cId="1669910169" sldId="310"/>
            <ac:spMk id="2" creationId="{00000000-0000-0000-0000-000000000000}"/>
          </ac:spMkLst>
        </pc:spChg>
        <pc:spChg chg="mod">
          <ac:chgData name="Jaakko Huikari" userId="086b325c-d512-4021-ba00-0d270aaca715" providerId="ADAL" clId="{39827B6E-26FF-4F9F-80C1-40ACB7982023}" dt="2026-02-18T11:31:51.552" v="18280" actId="207"/>
          <ac:spMkLst>
            <pc:docMk/>
            <pc:sldMk cId="1669910169" sldId="310"/>
            <ac:spMk id="3" creationId="{00000000-0000-0000-0000-000000000000}"/>
          </ac:spMkLst>
        </pc:spChg>
      </pc:sldChg>
      <pc:sldChg chg="modSp add mod">
        <pc:chgData name="Jaakko Huikari" userId="086b325c-d512-4021-ba00-0d270aaca715" providerId="ADAL" clId="{39827B6E-26FF-4F9F-80C1-40ACB7982023}" dt="2026-02-18T10:20:51.280" v="17713" actId="6549"/>
        <pc:sldMkLst>
          <pc:docMk/>
          <pc:sldMk cId="4031146708" sldId="311"/>
        </pc:sldMkLst>
        <pc:spChg chg="mod">
          <ac:chgData name="Jaakko Huikari" userId="086b325c-d512-4021-ba00-0d270aaca715" providerId="ADAL" clId="{39827B6E-26FF-4F9F-80C1-40ACB7982023}" dt="2026-02-18T10:20:51.280" v="17713" actId="6549"/>
          <ac:spMkLst>
            <pc:docMk/>
            <pc:sldMk cId="4031146708" sldId="311"/>
            <ac:spMk id="14339" creationId="{00000000-0000-0000-0000-000000000000}"/>
          </ac:spMkLst>
        </pc:spChg>
      </pc:sldChg>
      <pc:sldChg chg="modSp mod">
        <pc:chgData name="Jaakko Huikari" userId="086b325c-d512-4021-ba00-0d270aaca715" providerId="ADAL" clId="{39827B6E-26FF-4F9F-80C1-40ACB7982023}" dt="2026-02-18T12:18:57.540" v="18872" actId="20577"/>
        <pc:sldMkLst>
          <pc:docMk/>
          <pc:sldMk cId="1720619823" sldId="312"/>
        </pc:sldMkLst>
        <pc:spChg chg="mod">
          <ac:chgData name="Jaakko Huikari" userId="086b325c-d512-4021-ba00-0d270aaca715" providerId="ADAL" clId="{39827B6E-26FF-4F9F-80C1-40ACB7982023}" dt="2026-02-15T16:25:30.043" v="14558" actId="6549"/>
          <ac:spMkLst>
            <pc:docMk/>
            <pc:sldMk cId="1720619823" sldId="312"/>
            <ac:spMk id="2" creationId="{00000000-0000-0000-0000-000000000000}"/>
          </ac:spMkLst>
        </pc:spChg>
        <pc:spChg chg="mod">
          <ac:chgData name="Jaakko Huikari" userId="086b325c-d512-4021-ba00-0d270aaca715" providerId="ADAL" clId="{39827B6E-26FF-4F9F-80C1-40ACB7982023}" dt="2026-02-18T12:18:57.540" v="18872" actId="20577"/>
          <ac:spMkLst>
            <pc:docMk/>
            <pc:sldMk cId="1720619823" sldId="312"/>
            <ac:spMk id="3" creationId="{00000000-0000-0000-0000-000000000000}"/>
          </ac:spMkLst>
        </pc:spChg>
      </pc:sldChg>
      <pc:sldChg chg="addSp delSp modSp mod">
        <pc:chgData name="Jaakko Huikari" userId="086b325c-d512-4021-ba00-0d270aaca715" providerId="ADAL" clId="{39827B6E-26FF-4F9F-80C1-40ACB7982023}" dt="2026-02-15T13:11:16.336" v="13707" actId="20577"/>
        <pc:sldMkLst>
          <pc:docMk/>
          <pc:sldMk cId="50678043" sldId="313"/>
        </pc:sldMkLst>
        <pc:spChg chg="mod">
          <ac:chgData name="Jaakko Huikari" userId="086b325c-d512-4021-ba00-0d270aaca715" providerId="ADAL" clId="{39827B6E-26FF-4F9F-80C1-40ACB7982023}" dt="2026-02-15T13:11:16.336" v="13707" actId="20577"/>
          <ac:spMkLst>
            <pc:docMk/>
            <pc:sldMk cId="50678043" sldId="313"/>
            <ac:spMk id="3" creationId="{00000000-0000-0000-0000-000000000000}"/>
          </ac:spMkLst>
        </pc:spChg>
        <pc:spChg chg="add mod ord">
          <ac:chgData name="Jaakko Huikari" userId="086b325c-d512-4021-ba00-0d270aaca715" providerId="ADAL" clId="{39827B6E-26FF-4F9F-80C1-40ACB7982023}" dt="2026-02-15T11:29:13.619" v="12971"/>
          <ac:spMkLst>
            <pc:docMk/>
            <pc:sldMk cId="50678043" sldId="313"/>
            <ac:spMk id="6" creationId="{FD629C58-DF98-97D2-8348-CFDC22E8BC99}"/>
          </ac:spMkLst>
        </pc:spChg>
      </pc:sldChg>
      <pc:sldChg chg="addSp delSp modSp mod">
        <pc:chgData name="Jaakko Huikari" userId="086b325c-d512-4021-ba00-0d270aaca715" providerId="ADAL" clId="{39827B6E-26FF-4F9F-80C1-40ACB7982023}" dt="2026-02-15T11:27:31.754" v="12959" actId="1036"/>
        <pc:sldMkLst>
          <pc:docMk/>
          <pc:sldMk cId="4101450978" sldId="315"/>
        </pc:sldMkLst>
        <pc:spChg chg="add mod ord">
          <ac:chgData name="Jaakko Huikari" userId="086b325c-d512-4021-ba00-0d270aaca715" providerId="ADAL" clId="{39827B6E-26FF-4F9F-80C1-40ACB7982023}" dt="2026-02-15T11:25:58.527" v="12940"/>
          <ac:spMkLst>
            <pc:docMk/>
            <pc:sldMk cId="4101450978" sldId="315"/>
            <ac:spMk id="2" creationId="{4040ABFE-A980-9870-8163-89427016E73E}"/>
          </ac:spMkLst>
        </pc:spChg>
        <pc:spChg chg="mod">
          <ac:chgData name="Jaakko Huikari" userId="086b325c-d512-4021-ba00-0d270aaca715" providerId="ADAL" clId="{39827B6E-26FF-4F9F-80C1-40ACB7982023}" dt="2026-02-15T11:27:31.754" v="12959" actId="1036"/>
          <ac:spMkLst>
            <pc:docMk/>
            <pc:sldMk cId="4101450978" sldId="315"/>
            <ac:spMk id="4" creationId="{00000000-0000-0000-0000-000000000000}"/>
          </ac:spMkLst>
        </pc:spChg>
      </pc:sldChg>
      <pc:sldChg chg="addSp delSp modSp mod">
        <pc:chgData name="Jaakko Huikari" userId="086b325c-d512-4021-ba00-0d270aaca715" providerId="ADAL" clId="{39827B6E-26FF-4F9F-80C1-40ACB7982023}" dt="2026-02-15T11:54:22.940" v="13037"/>
        <pc:sldMkLst>
          <pc:docMk/>
          <pc:sldMk cId="4228710272" sldId="317"/>
        </pc:sldMkLst>
        <pc:spChg chg="add mod ord">
          <ac:chgData name="Jaakko Huikari" userId="086b325c-d512-4021-ba00-0d270aaca715" providerId="ADAL" clId="{39827B6E-26FF-4F9F-80C1-40ACB7982023}" dt="2026-02-15T11:54:22.940" v="13037"/>
          <ac:spMkLst>
            <pc:docMk/>
            <pc:sldMk cId="4228710272" sldId="317"/>
            <ac:spMk id="2" creationId="{6BD82678-9D4D-1349-1591-0BA788834349}"/>
          </ac:spMkLst>
        </pc:spChg>
      </pc:sldChg>
      <pc:sldChg chg="addSp delSp modSp mod">
        <pc:chgData name="Jaakko Huikari" userId="086b325c-d512-4021-ba00-0d270aaca715" providerId="ADAL" clId="{39827B6E-26FF-4F9F-80C1-40ACB7982023}" dt="2026-02-18T14:07:42.422" v="19124" actId="20577"/>
        <pc:sldMkLst>
          <pc:docMk/>
          <pc:sldMk cId="2429364370" sldId="319"/>
        </pc:sldMkLst>
        <pc:spChg chg="add mod ord">
          <ac:chgData name="Jaakko Huikari" userId="086b325c-d512-4021-ba00-0d270aaca715" providerId="ADAL" clId="{39827B6E-26FF-4F9F-80C1-40ACB7982023}" dt="2026-02-15T11:56:19.902" v="13056" actId="20577"/>
          <ac:spMkLst>
            <pc:docMk/>
            <pc:sldMk cId="2429364370" sldId="319"/>
            <ac:spMk id="2" creationId="{B4DE708B-91C6-5E1E-1B11-21A2BD8E03C7}"/>
          </ac:spMkLst>
        </pc:spChg>
        <pc:spChg chg="mod">
          <ac:chgData name="Jaakko Huikari" userId="086b325c-d512-4021-ba00-0d270aaca715" providerId="ADAL" clId="{39827B6E-26FF-4F9F-80C1-40ACB7982023}" dt="2026-02-18T14:07:42.422" v="19124" actId="20577"/>
          <ac:spMkLst>
            <pc:docMk/>
            <pc:sldMk cId="2429364370" sldId="319"/>
            <ac:spMk id="4" creationId="{00000000-0000-0000-0000-000000000000}"/>
          </ac:spMkLst>
        </pc:spChg>
      </pc:sldChg>
      <pc:sldChg chg="modSp del mod">
        <pc:chgData name="Jaakko Huikari" userId="086b325c-d512-4021-ba00-0d270aaca715" providerId="ADAL" clId="{39827B6E-26FF-4F9F-80C1-40ACB7982023}" dt="2026-02-18T13:50:47.971" v="19063" actId="2696"/>
        <pc:sldMkLst>
          <pc:docMk/>
          <pc:sldMk cId="993983251" sldId="320"/>
        </pc:sldMkLst>
        <pc:spChg chg="mod">
          <ac:chgData name="Jaakko Huikari" userId="086b325c-d512-4021-ba00-0d270aaca715" providerId="ADAL" clId="{39827B6E-26FF-4F9F-80C1-40ACB7982023}" dt="2026-02-18T12:19:56.698" v="18886" actId="20577"/>
          <ac:spMkLst>
            <pc:docMk/>
            <pc:sldMk cId="993983251" sldId="320"/>
            <ac:spMk id="2" creationId="{00000000-0000-0000-0000-000000000000}"/>
          </ac:spMkLst>
        </pc:spChg>
      </pc:sldChg>
      <pc:sldChg chg="modSp add mod">
        <pc:chgData name="Jaakko Huikari" userId="086b325c-d512-4021-ba00-0d270aaca715" providerId="ADAL" clId="{39827B6E-26FF-4F9F-80C1-40ACB7982023}" dt="2026-02-18T10:04:54.012" v="17502" actId="20577"/>
        <pc:sldMkLst>
          <pc:docMk/>
          <pc:sldMk cId="3480838856" sldId="321"/>
        </pc:sldMkLst>
        <pc:spChg chg="mod">
          <ac:chgData name="Jaakko Huikari" userId="086b325c-d512-4021-ba00-0d270aaca715" providerId="ADAL" clId="{39827B6E-26FF-4F9F-80C1-40ACB7982023}" dt="2026-02-18T10:04:54.012" v="17502" actId="20577"/>
          <ac:spMkLst>
            <pc:docMk/>
            <pc:sldMk cId="3480838856" sldId="321"/>
            <ac:spMk id="14339" creationId="{00000000-0000-0000-0000-000000000000}"/>
          </ac:spMkLst>
        </pc:spChg>
      </pc:sldChg>
      <pc:sldChg chg="modSp mod">
        <pc:chgData name="Jaakko Huikari" userId="086b325c-d512-4021-ba00-0d270aaca715" providerId="ADAL" clId="{39827B6E-26FF-4F9F-80C1-40ACB7982023}" dt="2026-02-18T15:01:23.141" v="19640" actId="20577"/>
        <pc:sldMkLst>
          <pc:docMk/>
          <pc:sldMk cId="3649316874" sldId="323"/>
        </pc:sldMkLst>
        <pc:spChg chg="mod">
          <ac:chgData name="Jaakko Huikari" userId="086b325c-d512-4021-ba00-0d270aaca715" providerId="ADAL" clId="{39827B6E-26FF-4F9F-80C1-40ACB7982023}" dt="2026-02-09T14:17:25.657" v="8623" actId="6549"/>
          <ac:spMkLst>
            <pc:docMk/>
            <pc:sldMk cId="3649316874" sldId="323"/>
            <ac:spMk id="2" creationId="{4141E168-B9AE-0817-6AFD-355ABF8A1744}"/>
          </ac:spMkLst>
        </pc:spChg>
        <pc:spChg chg="mod">
          <ac:chgData name="Jaakko Huikari" userId="086b325c-d512-4021-ba00-0d270aaca715" providerId="ADAL" clId="{39827B6E-26FF-4F9F-80C1-40ACB7982023}" dt="2026-02-18T15:01:23.141" v="19640" actId="20577"/>
          <ac:spMkLst>
            <pc:docMk/>
            <pc:sldMk cId="3649316874" sldId="323"/>
            <ac:spMk id="3" creationId="{AF7719A5-06D1-16F7-FF0A-4BA549E70EC1}"/>
          </ac:spMkLst>
        </pc:spChg>
      </pc:sldChg>
      <pc:sldChg chg="modSp new mod">
        <pc:chgData name="Jaakko Huikari" userId="086b325c-d512-4021-ba00-0d270aaca715" providerId="ADAL" clId="{39827B6E-26FF-4F9F-80C1-40ACB7982023}" dt="2026-02-18T14:37:14.320" v="19470" actId="20577"/>
        <pc:sldMkLst>
          <pc:docMk/>
          <pc:sldMk cId="1943774506" sldId="324"/>
        </pc:sldMkLst>
        <pc:spChg chg="mod">
          <ac:chgData name="Jaakko Huikari" userId="086b325c-d512-4021-ba00-0d270aaca715" providerId="ADAL" clId="{39827B6E-26FF-4F9F-80C1-40ACB7982023}" dt="2026-02-18T14:34:59.888" v="19448" actId="20577"/>
          <ac:spMkLst>
            <pc:docMk/>
            <pc:sldMk cId="1943774506" sldId="324"/>
            <ac:spMk id="2" creationId="{E20B548F-8CC5-F706-F6C0-5A37660E6B11}"/>
          </ac:spMkLst>
        </pc:spChg>
        <pc:spChg chg="mod">
          <ac:chgData name="Jaakko Huikari" userId="086b325c-d512-4021-ba00-0d270aaca715" providerId="ADAL" clId="{39827B6E-26FF-4F9F-80C1-40ACB7982023}" dt="2026-02-18T14:37:14.320" v="19470" actId="20577"/>
          <ac:spMkLst>
            <pc:docMk/>
            <pc:sldMk cId="1943774506" sldId="324"/>
            <ac:spMk id="3" creationId="{76F18AE9-C91C-C857-CFAE-7AD58E00FAC3}"/>
          </ac:spMkLst>
        </pc:spChg>
      </pc:sldChg>
      <pc:sldChg chg="modSp mod">
        <pc:chgData name="Jaakko Huikari" userId="086b325c-d512-4021-ba00-0d270aaca715" providerId="ADAL" clId="{39827B6E-26FF-4F9F-80C1-40ACB7982023}" dt="2026-02-18T14:32:45.169" v="19404" actId="6549"/>
        <pc:sldMkLst>
          <pc:docMk/>
          <pc:sldMk cId="1181991710" sldId="328"/>
        </pc:sldMkLst>
        <pc:spChg chg="mod">
          <ac:chgData name="Jaakko Huikari" userId="086b325c-d512-4021-ba00-0d270aaca715" providerId="ADAL" clId="{39827B6E-26FF-4F9F-80C1-40ACB7982023}" dt="2026-02-18T14:32:45.169" v="19404" actId="6549"/>
          <ac:spMkLst>
            <pc:docMk/>
            <pc:sldMk cId="1181991710" sldId="328"/>
            <ac:spMk id="2" creationId="{473313A7-BAA9-B89F-5450-C7C489B2CA91}"/>
          </ac:spMkLst>
        </pc:spChg>
      </pc:sldChg>
      <pc:sldChg chg="modSp mod">
        <pc:chgData name="Jaakko Huikari" userId="086b325c-d512-4021-ba00-0d270aaca715" providerId="ADAL" clId="{39827B6E-26FF-4F9F-80C1-40ACB7982023}" dt="2026-02-18T11:37:17.030" v="18324" actId="20577"/>
        <pc:sldMkLst>
          <pc:docMk/>
          <pc:sldMk cId="3261914902" sldId="330"/>
        </pc:sldMkLst>
        <pc:spChg chg="mod">
          <ac:chgData name="Jaakko Huikari" userId="086b325c-d512-4021-ba00-0d270aaca715" providerId="ADAL" clId="{39827B6E-26FF-4F9F-80C1-40ACB7982023}" dt="2026-02-18T11:37:17.030" v="18324" actId="20577"/>
          <ac:spMkLst>
            <pc:docMk/>
            <pc:sldMk cId="3261914902" sldId="330"/>
            <ac:spMk id="2" creationId="{6E328ECC-ED0C-C1F6-4FF9-C7D1188CAE9C}"/>
          </ac:spMkLst>
        </pc:spChg>
      </pc:sldChg>
      <pc:sldChg chg="modSp mod">
        <pc:chgData name="Jaakko Huikari" userId="086b325c-d512-4021-ba00-0d270aaca715" providerId="ADAL" clId="{39827B6E-26FF-4F9F-80C1-40ACB7982023}" dt="2026-02-17T12:00:57.975" v="17259" actId="1038"/>
        <pc:sldMkLst>
          <pc:docMk/>
          <pc:sldMk cId="452935329" sldId="334"/>
        </pc:sldMkLst>
        <pc:spChg chg="mod">
          <ac:chgData name="Jaakko Huikari" userId="086b325c-d512-4021-ba00-0d270aaca715" providerId="ADAL" clId="{39827B6E-26FF-4F9F-80C1-40ACB7982023}" dt="2026-02-17T12:00:57.975" v="17259" actId="1038"/>
          <ac:spMkLst>
            <pc:docMk/>
            <pc:sldMk cId="452935329" sldId="334"/>
            <ac:spMk id="2" creationId="{C354E041-F579-0035-AA02-787B9E49F97B}"/>
          </ac:spMkLst>
        </pc:spChg>
      </pc:sldChg>
      <pc:sldChg chg="modSp mod">
        <pc:chgData name="Jaakko Huikari" userId="086b325c-d512-4021-ba00-0d270aaca715" providerId="ADAL" clId="{39827B6E-26FF-4F9F-80C1-40ACB7982023}" dt="2026-02-09T14:19:35.238" v="8658" actId="20577"/>
        <pc:sldMkLst>
          <pc:docMk/>
          <pc:sldMk cId="2535887485" sldId="335"/>
        </pc:sldMkLst>
        <pc:spChg chg="mod">
          <ac:chgData name="Jaakko Huikari" userId="086b325c-d512-4021-ba00-0d270aaca715" providerId="ADAL" clId="{39827B6E-26FF-4F9F-80C1-40ACB7982023}" dt="2026-02-09T14:19:35.238" v="8658" actId="20577"/>
          <ac:spMkLst>
            <pc:docMk/>
            <pc:sldMk cId="2535887485" sldId="335"/>
            <ac:spMk id="2" creationId="{418B0EFB-0F13-A587-BB0E-500401EAD253}"/>
          </ac:spMkLst>
        </pc:spChg>
      </pc:sldChg>
      <pc:sldChg chg="addSp delSp modSp mod">
        <pc:chgData name="Jaakko Huikari" userId="086b325c-d512-4021-ba00-0d270aaca715" providerId="ADAL" clId="{39827B6E-26FF-4F9F-80C1-40ACB7982023}" dt="2026-02-17T10:40:35.665" v="16754" actId="20577"/>
        <pc:sldMkLst>
          <pc:docMk/>
          <pc:sldMk cId="1172172287" sldId="337"/>
        </pc:sldMkLst>
        <pc:spChg chg="mod">
          <ac:chgData name="Jaakko Huikari" userId="086b325c-d512-4021-ba00-0d270aaca715" providerId="ADAL" clId="{39827B6E-26FF-4F9F-80C1-40ACB7982023}" dt="2026-02-17T10:40:35.665" v="16754" actId="20577"/>
          <ac:spMkLst>
            <pc:docMk/>
            <pc:sldMk cId="1172172287" sldId="337"/>
            <ac:spMk id="3" creationId="{62A7ACE1-9E33-E456-E981-48DEE085E684}"/>
          </ac:spMkLst>
        </pc:spChg>
        <pc:spChg chg="add mod ord">
          <ac:chgData name="Jaakko Huikari" userId="086b325c-d512-4021-ba00-0d270aaca715" providerId="ADAL" clId="{39827B6E-26FF-4F9F-80C1-40ACB7982023}" dt="2026-02-15T11:30:03.789" v="12980"/>
          <ac:spMkLst>
            <pc:docMk/>
            <pc:sldMk cId="1172172287" sldId="337"/>
            <ac:spMk id="4" creationId="{22CE80A8-A57B-3012-AEE4-4DF75AE412A0}"/>
          </ac:spMkLst>
        </pc:spChg>
      </pc:sldChg>
      <pc:sldChg chg="addSp delSp modSp mod">
        <pc:chgData name="Jaakko Huikari" userId="086b325c-d512-4021-ba00-0d270aaca715" providerId="ADAL" clId="{39827B6E-26FF-4F9F-80C1-40ACB7982023}" dt="2026-02-17T11:47:03.414" v="17071" actId="6549"/>
        <pc:sldMkLst>
          <pc:docMk/>
          <pc:sldMk cId="152974837" sldId="338"/>
        </pc:sldMkLst>
        <pc:spChg chg="mod">
          <ac:chgData name="Jaakko Huikari" userId="086b325c-d512-4021-ba00-0d270aaca715" providerId="ADAL" clId="{39827B6E-26FF-4F9F-80C1-40ACB7982023}" dt="2026-02-17T11:47:03.414" v="17071" actId="6549"/>
          <ac:spMkLst>
            <pc:docMk/>
            <pc:sldMk cId="152974837" sldId="338"/>
            <ac:spMk id="3" creationId="{007EE4DD-546D-C42C-D611-3DA1E8681D55}"/>
          </ac:spMkLst>
        </pc:spChg>
      </pc:sldChg>
      <pc:sldChg chg="modSp mod">
        <pc:chgData name="Jaakko Huikari" userId="086b325c-d512-4021-ba00-0d270aaca715" providerId="ADAL" clId="{39827B6E-26FF-4F9F-80C1-40ACB7982023}" dt="2026-02-18T12:19:47.422" v="18883" actId="207"/>
        <pc:sldMkLst>
          <pc:docMk/>
          <pc:sldMk cId="2915216516" sldId="339"/>
        </pc:sldMkLst>
        <pc:spChg chg="mod">
          <ac:chgData name="Jaakko Huikari" userId="086b325c-d512-4021-ba00-0d270aaca715" providerId="ADAL" clId="{39827B6E-26FF-4F9F-80C1-40ACB7982023}" dt="2026-02-18T12:10:32.544" v="18750" actId="6549"/>
          <ac:spMkLst>
            <pc:docMk/>
            <pc:sldMk cId="2915216516" sldId="339"/>
            <ac:spMk id="2" creationId="{AAF83ED3-17BA-5339-23DF-F4CA18429B7C}"/>
          </ac:spMkLst>
        </pc:spChg>
        <pc:spChg chg="mod">
          <ac:chgData name="Jaakko Huikari" userId="086b325c-d512-4021-ba00-0d270aaca715" providerId="ADAL" clId="{39827B6E-26FF-4F9F-80C1-40ACB7982023}" dt="2026-02-18T12:19:47.422" v="18883" actId="207"/>
          <ac:spMkLst>
            <pc:docMk/>
            <pc:sldMk cId="2915216516" sldId="339"/>
            <ac:spMk id="3" creationId="{60891E84-A1BF-A828-A6B9-3292BF107F1C}"/>
          </ac:spMkLst>
        </pc:spChg>
        <pc:picChg chg="mod">
          <ac:chgData name="Jaakko Huikari" userId="086b325c-d512-4021-ba00-0d270aaca715" providerId="ADAL" clId="{39827B6E-26FF-4F9F-80C1-40ACB7982023}" dt="2026-02-17T07:41:22.307" v="16238" actId="1036"/>
          <ac:picMkLst>
            <pc:docMk/>
            <pc:sldMk cId="2915216516" sldId="339"/>
            <ac:picMk id="4" creationId="{8F974198-F35D-39D1-57E8-DC8B49B9ADD4}"/>
          </ac:picMkLst>
        </pc:picChg>
        <pc:picChg chg="mod">
          <ac:chgData name="Jaakko Huikari" userId="086b325c-d512-4021-ba00-0d270aaca715" providerId="ADAL" clId="{39827B6E-26FF-4F9F-80C1-40ACB7982023}" dt="2026-02-17T07:41:31.072" v="16239" actId="1076"/>
          <ac:picMkLst>
            <pc:docMk/>
            <pc:sldMk cId="2915216516" sldId="339"/>
            <ac:picMk id="5" creationId="{7E40B844-3024-0160-396C-AF122C110486}"/>
          </ac:picMkLst>
        </pc:picChg>
      </pc:sldChg>
      <pc:sldChg chg="modSp mod">
        <pc:chgData name="Jaakko Huikari" userId="086b325c-d512-4021-ba00-0d270aaca715" providerId="ADAL" clId="{39827B6E-26FF-4F9F-80C1-40ACB7982023}" dt="2026-02-18T13:51:12.252" v="19071" actId="20577"/>
        <pc:sldMkLst>
          <pc:docMk/>
          <pc:sldMk cId="237602197" sldId="340"/>
        </pc:sldMkLst>
        <pc:spChg chg="mod">
          <ac:chgData name="Jaakko Huikari" userId="086b325c-d512-4021-ba00-0d270aaca715" providerId="ADAL" clId="{39827B6E-26FF-4F9F-80C1-40ACB7982023}" dt="2026-02-18T13:51:12.252" v="19071" actId="20577"/>
          <ac:spMkLst>
            <pc:docMk/>
            <pc:sldMk cId="237602197" sldId="340"/>
            <ac:spMk id="2" creationId="{9D94701A-F3C0-2521-641A-794F6E3AC809}"/>
          </ac:spMkLst>
        </pc:spChg>
      </pc:sldChg>
      <pc:sldChg chg="modSp mod">
        <pc:chgData name="Jaakko Huikari" userId="086b325c-d512-4021-ba00-0d270aaca715" providerId="ADAL" clId="{39827B6E-26FF-4F9F-80C1-40ACB7982023}" dt="2026-02-18T12:13:05.126" v="18800" actId="20577"/>
        <pc:sldMkLst>
          <pc:docMk/>
          <pc:sldMk cId="2575240830" sldId="341"/>
        </pc:sldMkLst>
        <pc:spChg chg="mod">
          <ac:chgData name="Jaakko Huikari" userId="086b325c-d512-4021-ba00-0d270aaca715" providerId="ADAL" clId="{39827B6E-26FF-4F9F-80C1-40ACB7982023}" dt="2026-02-18T12:10:46.639" v="18751" actId="20577"/>
          <ac:spMkLst>
            <pc:docMk/>
            <pc:sldMk cId="2575240830" sldId="341"/>
            <ac:spMk id="2" creationId="{439C3D4C-EC3D-EF2A-9FFF-DEBC8C2D99F7}"/>
          </ac:spMkLst>
        </pc:spChg>
        <pc:spChg chg="mod">
          <ac:chgData name="Jaakko Huikari" userId="086b325c-d512-4021-ba00-0d270aaca715" providerId="ADAL" clId="{39827B6E-26FF-4F9F-80C1-40ACB7982023}" dt="2026-02-18T12:13:05.126" v="18800" actId="20577"/>
          <ac:spMkLst>
            <pc:docMk/>
            <pc:sldMk cId="2575240830" sldId="341"/>
            <ac:spMk id="3" creationId="{F820559D-3FC2-8AE2-C954-4B763E032585}"/>
          </ac:spMkLst>
        </pc:spChg>
      </pc:sldChg>
      <pc:sldChg chg="modSp add mod">
        <pc:chgData name="Jaakko Huikari" userId="086b325c-d512-4021-ba00-0d270aaca715" providerId="ADAL" clId="{39827B6E-26FF-4F9F-80C1-40ACB7982023}" dt="2026-02-18T09:49:20.651" v="17404" actId="20577"/>
        <pc:sldMkLst>
          <pc:docMk/>
          <pc:sldMk cId="3133528804" sldId="342"/>
        </pc:sldMkLst>
        <pc:spChg chg="mod">
          <ac:chgData name="Jaakko Huikari" userId="086b325c-d512-4021-ba00-0d270aaca715" providerId="ADAL" clId="{39827B6E-26FF-4F9F-80C1-40ACB7982023}" dt="2026-02-10T14:50:56.639" v="9359" actId="20577"/>
          <ac:spMkLst>
            <pc:docMk/>
            <pc:sldMk cId="3133528804" sldId="342"/>
            <ac:spMk id="2" creationId="{FFDF2E50-7E70-4690-E191-6073B9D647B3}"/>
          </ac:spMkLst>
        </pc:spChg>
        <pc:spChg chg="mod">
          <ac:chgData name="Jaakko Huikari" userId="086b325c-d512-4021-ba00-0d270aaca715" providerId="ADAL" clId="{39827B6E-26FF-4F9F-80C1-40ACB7982023}" dt="2026-02-18T09:49:20.651" v="17404" actId="20577"/>
          <ac:spMkLst>
            <pc:docMk/>
            <pc:sldMk cId="3133528804" sldId="342"/>
            <ac:spMk id="3" creationId="{6ED069BB-0A4B-37A5-122E-0E6A2B6CF888}"/>
          </ac:spMkLst>
        </pc:spChg>
      </pc:sldChg>
      <pc:sldChg chg="modSp add mod">
        <pc:chgData name="Jaakko Huikari" userId="086b325c-d512-4021-ba00-0d270aaca715" providerId="ADAL" clId="{39827B6E-26FF-4F9F-80C1-40ACB7982023}" dt="2026-02-16T13:19:44.112" v="14565" actId="20577"/>
        <pc:sldMkLst>
          <pc:docMk/>
          <pc:sldMk cId="2451874837" sldId="343"/>
        </pc:sldMkLst>
        <pc:spChg chg="mod">
          <ac:chgData name="Jaakko Huikari" userId="086b325c-d512-4021-ba00-0d270aaca715" providerId="ADAL" clId="{39827B6E-26FF-4F9F-80C1-40ACB7982023}" dt="2026-02-10T14:51:04.754" v="9363" actId="20577"/>
          <ac:spMkLst>
            <pc:docMk/>
            <pc:sldMk cId="2451874837" sldId="343"/>
            <ac:spMk id="2" creationId="{09A89249-53DF-E66D-C208-10DFB362C8ED}"/>
          </ac:spMkLst>
        </pc:spChg>
        <pc:spChg chg="mod">
          <ac:chgData name="Jaakko Huikari" userId="086b325c-d512-4021-ba00-0d270aaca715" providerId="ADAL" clId="{39827B6E-26FF-4F9F-80C1-40ACB7982023}" dt="2026-02-16T13:19:44.112" v="14565" actId="20577"/>
          <ac:spMkLst>
            <pc:docMk/>
            <pc:sldMk cId="2451874837" sldId="343"/>
            <ac:spMk id="3" creationId="{48A8ACD4-00D4-7F13-C5FC-422ED633E467}"/>
          </ac:spMkLst>
        </pc:spChg>
      </pc:sldChg>
      <pc:sldChg chg="modSp add mod">
        <pc:chgData name="Jaakko Huikari" userId="086b325c-d512-4021-ba00-0d270aaca715" providerId="ADAL" clId="{39827B6E-26FF-4F9F-80C1-40ACB7982023}" dt="2026-02-19T07:09:16.937" v="19654" actId="20577"/>
        <pc:sldMkLst>
          <pc:docMk/>
          <pc:sldMk cId="2608565530" sldId="344"/>
        </pc:sldMkLst>
        <pc:spChg chg="mod">
          <ac:chgData name="Jaakko Huikari" userId="086b325c-d512-4021-ba00-0d270aaca715" providerId="ADAL" clId="{39827B6E-26FF-4F9F-80C1-40ACB7982023}" dt="2026-02-10T15:16:45.237" v="9604" actId="20577"/>
          <ac:spMkLst>
            <pc:docMk/>
            <pc:sldMk cId="2608565530" sldId="344"/>
            <ac:spMk id="2" creationId="{5B7697BB-1912-FB43-E9A2-1EC2B283A6F4}"/>
          </ac:spMkLst>
        </pc:spChg>
        <pc:spChg chg="mod">
          <ac:chgData name="Jaakko Huikari" userId="086b325c-d512-4021-ba00-0d270aaca715" providerId="ADAL" clId="{39827B6E-26FF-4F9F-80C1-40ACB7982023}" dt="2026-02-19T07:09:16.937" v="19654" actId="20577"/>
          <ac:spMkLst>
            <pc:docMk/>
            <pc:sldMk cId="2608565530" sldId="344"/>
            <ac:spMk id="3" creationId="{AF6AE222-A859-D0E7-0E05-BAAD6AA87DAD}"/>
          </ac:spMkLst>
        </pc:spChg>
      </pc:sldChg>
      <pc:sldChg chg="modSp add mod">
        <pc:chgData name="Jaakko Huikari" userId="086b325c-d512-4021-ba00-0d270aaca715" providerId="ADAL" clId="{39827B6E-26FF-4F9F-80C1-40ACB7982023}" dt="2026-02-18T14:18:48.876" v="19250" actId="6549"/>
        <pc:sldMkLst>
          <pc:docMk/>
          <pc:sldMk cId="3058095" sldId="345"/>
        </pc:sldMkLst>
        <pc:spChg chg="mod">
          <ac:chgData name="Jaakko Huikari" userId="086b325c-d512-4021-ba00-0d270aaca715" providerId="ADAL" clId="{39827B6E-26FF-4F9F-80C1-40ACB7982023}" dt="2026-02-18T14:12:41.586" v="19129" actId="20577"/>
          <ac:spMkLst>
            <pc:docMk/>
            <pc:sldMk cId="3058095" sldId="345"/>
            <ac:spMk id="2" creationId="{303FB5D7-2C6F-0234-9277-4258D65F1356}"/>
          </ac:spMkLst>
        </pc:spChg>
        <pc:spChg chg="mod">
          <ac:chgData name="Jaakko Huikari" userId="086b325c-d512-4021-ba00-0d270aaca715" providerId="ADAL" clId="{39827B6E-26FF-4F9F-80C1-40ACB7982023}" dt="2026-02-18T14:18:48.876" v="19250" actId="6549"/>
          <ac:spMkLst>
            <pc:docMk/>
            <pc:sldMk cId="3058095" sldId="345"/>
            <ac:spMk id="3" creationId="{15F85389-CBBB-E076-B07F-BD83441492F5}"/>
          </ac:spMkLst>
        </pc:spChg>
      </pc:sldChg>
      <pc:sldChg chg="modSp add mod">
        <pc:chgData name="Jaakko Huikari" userId="086b325c-d512-4021-ba00-0d270aaca715" providerId="ADAL" clId="{39827B6E-26FF-4F9F-80C1-40ACB7982023}" dt="2026-02-18T14:29:35.244" v="19392" actId="20577"/>
        <pc:sldMkLst>
          <pc:docMk/>
          <pc:sldMk cId="3494392631" sldId="346"/>
        </pc:sldMkLst>
        <pc:spChg chg="mod">
          <ac:chgData name="Jaakko Huikari" userId="086b325c-d512-4021-ba00-0d270aaca715" providerId="ADAL" clId="{39827B6E-26FF-4F9F-80C1-40ACB7982023}" dt="2026-02-11T14:58:25.303" v="11079" actId="6549"/>
          <ac:spMkLst>
            <pc:docMk/>
            <pc:sldMk cId="3494392631" sldId="346"/>
            <ac:spMk id="2" creationId="{807EDA35-47F6-4B7B-6B45-F4FA3EDB867F}"/>
          </ac:spMkLst>
        </pc:spChg>
        <pc:spChg chg="mod">
          <ac:chgData name="Jaakko Huikari" userId="086b325c-d512-4021-ba00-0d270aaca715" providerId="ADAL" clId="{39827B6E-26FF-4F9F-80C1-40ACB7982023}" dt="2026-02-18T14:29:35.244" v="19392" actId="20577"/>
          <ac:spMkLst>
            <pc:docMk/>
            <pc:sldMk cId="3494392631" sldId="346"/>
            <ac:spMk id="3" creationId="{3F4A2AEE-BB5C-3693-5893-2E4A758780FE}"/>
          </ac:spMkLst>
        </pc:spChg>
      </pc:sldChg>
      <pc:sldChg chg="modSp add del mod">
        <pc:chgData name="Jaakko Huikari" userId="086b325c-d512-4021-ba00-0d270aaca715" providerId="ADAL" clId="{39827B6E-26FF-4F9F-80C1-40ACB7982023}" dt="2026-02-18T14:12:28.887" v="19128" actId="2696"/>
        <pc:sldMkLst>
          <pc:docMk/>
          <pc:sldMk cId="4207973600" sldId="347"/>
        </pc:sldMkLst>
        <pc:spChg chg="mod">
          <ac:chgData name="Jaakko Huikari" userId="086b325c-d512-4021-ba00-0d270aaca715" providerId="ADAL" clId="{39827B6E-26FF-4F9F-80C1-40ACB7982023}" dt="2026-02-18T11:40:08.192" v="18368" actId="20577"/>
          <ac:spMkLst>
            <pc:docMk/>
            <pc:sldMk cId="4207973600" sldId="347"/>
            <ac:spMk id="3" creationId="{6C87A702-E53F-4782-3217-2BE4448328BB}"/>
          </ac:spMkLst>
        </pc:spChg>
      </pc:sldChg>
      <pc:sldChg chg="modSp add mod ord">
        <pc:chgData name="Jaakko Huikari" userId="086b325c-d512-4021-ba00-0d270aaca715" providerId="ADAL" clId="{39827B6E-26FF-4F9F-80C1-40ACB7982023}" dt="2026-02-18T14:56:27.798" v="19605" actId="20577"/>
        <pc:sldMkLst>
          <pc:docMk/>
          <pc:sldMk cId="3818678782" sldId="348"/>
        </pc:sldMkLst>
        <pc:spChg chg="mod">
          <ac:chgData name="Jaakko Huikari" userId="086b325c-d512-4021-ba00-0d270aaca715" providerId="ADAL" clId="{39827B6E-26FF-4F9F-80C1-40ACB7982023}" dt="2026-02-17T10:57:18.298" v="16936" actId="20577"/>
          <ac:spMkLst>
            <pc:docMk/>
            <pc:sldMk cId="3818678782" sldId="348"/>
            <ac:spMk id="2" creationId="{A8C081F0-7096-E83E-96E0-5F36F340339E}"/>
          </ac:spMkLst>
        </pc:spChg>
        <pc:spChg chg="mod">
          <ac:chgData name="Jaakko Huikari" userId="086b325c-d512-4021-ba00-0d270aaca715" providerId="ADAL" clId="{39827B6E-26FF-4F9F-80C1-40ACB7982023}" dt="2026-02-18T14:56:27.798" v="19605" actId="20577"/>
          <ac:spMkLst>
            <pc:docMk/>
            <pc:sldMk cId="3818678782" sldId="348"/>
            <ac:spMk id="3" creationId="{96233A66-7A50-87B7-A7C2-8E5309A428D7}"/>
          </ac:spMkLst>
        </pc:spChg>
      </pc:sldChg>
      <pc:sldChg chg="modSp add mod">
        <pc:chgData name="Jaakko Huikari" userId="086b325c-d512-4021-ba00-0d270aaca715" providerId="ADAL" clId="{39827B6E-26FF-4F9F-80C1-40ACB7982023}" dt="2026-02-18T13:54:25.726" v="19085" actId="20577"/>
        <pc:sldMkLst>
          <pc:docMk/>
          <pc:sldMk cId="2363097361" sldId="349"/>
        </pc:sldMkLst>
        <pc:spChg chg="mod">
          <ac:chgData name="Jaakko Huikari" userId="086b325c-d512-4021-ba00-0d270aaca715" providerId="ADAL" clId="{39827B6E-26FF-4F9F-80C1-40ACB7982023}" dt="2026-02-18T13:54:25.726" v="19085" actId="20577"/>
          <ac:spMkLst>
            <pc:docMk/>
            <pc:sldMk cId="2363097361" sldId="349"/>
            <ac:spMk id="3" creationId="{855E5429-82E2-0ECB-E3AF-6FA5A0F4589B}"/>
          </ac:spMkLst>
        </pc:spChg>
        <pc:spChg chg="mod">
          <ac:chgData name="Jaakko Huikari" userId="086b325c-d512-4021-ba00-0d270aaca715" providerId="ADAL" clId="{39827B6E-26FF-4F9F-80C1-40ACB7982023}" dt="2026-02-18T13:54:02.916" v="19084" actId="20577"/>
          <ac:spMkLst>
            <pc:docMk/>
            <pc:sldMk cId="2363097361" sldId="349"/>
            <ac:spMk id="6" creationId="{D6449B3A-CF9E-EA6C-4677-1018242B078A}"/>
          </ac:spMkLst>
        </pc:spChg>
      </pc:sldChg>
      <pc:sldChg chg="modSp add mod">
        <pc:chgData name="Jaakko Huikari" userId="086b325c-d512-4021-ba00-0d270aaca715" providerId="ADAL" clId="{39827B6E-26FF-4F9F-80C1-40ACB7982023}" dt="2026-02-18T10:10:48.234" v="17632" actId="20577"/>
        <pc:sldMkLst>
          <pc:docMk/>
          <pc:sldMk cId="878280987" sldId="350"/>
        </pc:sldMkLst>
        <pc:spChg chg="mod">
          <ac:chgData name="Jaakko Huikari" userId="086b325c-d512-4021-ba00-0d270aaca715" providerId="ADAL" clId="{39827B6E-26FF-4F9F-80C1-40ACB7982023}" dt="2026-02-18T10:10:48.234" v="17632" actId="20577"/>
          <ac:spMkLst>
            <pc:docMk/>
            <pc:sldMk cId="878280987" sldId="350"/>
            <ac:spMk id="14339" creationId="{95F627D4-21D4-96BB-F0EA-1D2DB4525AA1}"/>
          </ac:spMkLst>
        </pc:spChg>
      </pc:sldChg>
      <pc:sldChg chg="modSp add mod">
        <pc:chgData name="Jaakko Huikari" userId="086b325c-d512-4021-ba00-0d270aaca715" providerId="ADAL" clId="{39827B6E-26FF-4F9F-80C1-40ACB7982023}" dt="2026-02-18T10:15:26.945" v="17676" actId="20577"/>
        <pc:sldMkLst>
          <pc:docMk/>
          <pc:sldMk cId="4024246474" sldId="351"/>
        </pc:sldMkLst>
        <pc:spChg chg="mod">
          <ac:chgData name="Jaakko Huikari" userId="086b325c-d512-4021-ba00-0d270aaca715" providerId="ADAL" clId="{39827B6E-26FF-4F9F-80C1-40ACB7982023}" dt="2026-02-18T10:15:26.945" v="17676" actId="20577"/>
          <ac:spMkLst>
            <pc:docMk/>
            <pc:sldMk cId="4024246474" sldId="351"/>
            <ac:spMk id="14339" creationId="{BDF11C87-0F0D-FFF5-096D-EDCDD9E78513}"/>
          </ac:spMkLst>
        </pc:spChg>
      </pc:sldChg>
      <pc:sldChg chg="modSp add mod">
        <pc:chgData name="Jaakko Huikari" userId="086b325c-d512-4021-ba00-0d270aaca715" providerId="ADAL" clId="{39827B6E-26FF-4F9F-80C1-40ACB7982023}" dt="2026-02-16T15:17:13.646" v="15572" actId="20577"/>
        <pc:sldMkLst>
          <pc:docMk/>
          <pc:sldMk cId="4022896641" sldId="352"/>
        </pc:sldMkLst>
        <pc:spChg chg="mod">
          <ac:chgData name="Jaakko Huikari" userId="086b325c-d512-4021-ba00-0d270aaca715" providerId="ADAL" clId="{39827B6E-26FF-4F9F-80C1-40ACB7982023}" dt="2026-02-16T15:17:13.646" v="15572" actId="20577"/>
          <ac:spMkLst>
            <pc:docMk/>
            <pc:sldMk cId="4022896641" sldId="352"/>
            <ac:spMk id="14339" creationId="{B3727140-6D4E-3737-795C-35CEAAD1B931}"/>
          </ac:spMkLst>
        </pc:spChg>
      </pc:sldChg>
      <pc:sldChg chg="modSp add mod ord">
        <pc:chgData name="Jaakko Huikari" userId="086b325c-d512-4021-ba00-0d270aaca715" providerId="ADAL" clId="{39827B6E-26FF-4F9F-80C1-40ACB7982023}" dt="2026-02-18T13:55:39.072" v="19098" actId="20577"/>
        <pc:sldMkLst>
          <pc:docMk/>
          <pc:sldMk cId="2022102621" sldId="353"/>
        </pc:sldMkLst>
        <pc:spChg chg="mod">
          <ac:chgData name="Jaakko Huikari" userId="086b325c-d512-4021-ba00-0d270aaca715" providerId="ADAL" clId="{39827B6E-26FF-4F9F-80C1-40ACB7982023}" dt="2026-02-18T13:55:39.072" v="19098" actId="20577"/>
          <ac:spMkLst>
            <pc:docMk/>
            <pc:sldMk cId="2022102621" sldId="353"/>
            <ac:spMk id="14339" creationId="{10B33ADB-837E-96A9-EC89-B957B02D1E85}"/>
          </ac:spMkLst>
        </pc:spChg>
      </pc:sldChg>
      <pc:sldChg chg="modSp add mod">
        <pc:chgData name="Jaakko Huikari" userId="086b325c-d512-4021-ba00-0d270aaca715" providerId="ADAL" clId="{39827B6E-26FF-4F9F-80C1-40ACB7982023}" dt="2026-02-18T11:45:10.109" v="18438" actId="20577"/>
        <pc:sldMkLst>
          <pc:docMk/>
          <pc:sldMk cId="3590108851" sldId="354"/>
        </pc:sldMkLst>
        <pc:spChg chg="mod">
          <ac:chgData name="Jaakko Huikari" userId="086b325c-d512-4021-ba00-0d270aaca715" providerId="ADAL" clId="{39827B6E-26FF-4F9F-80C1-40ACB7982023}" dt="2026-02-18T11:35:28.129" v="18305" actId="20577"/>
          <ac:spMkLst>
            <pc:docMk/>
            <pc:sldMk cId="3590108851" sldId="354"/>
            <ac:spMk id="14338" creationId="{F97DBC10-423C-4AFD-AA02-0B8B2248C470}"/>
          </ac:spMkLst>
        </pc:spChg>
        <pc:spChg chg="mod">
          <ac:chgData name="Jaakko Huikari" userId="086b325c-d512-4021-ba00-0d270aaca715" providerId="ADAL" clId="{39827B6E-26FF-4F9F-80C1-40ACB7982023}" dt="2026-02-18T11:45:10.109" v="18438" actId="20577"/>
          <ac:spMkLst>
            <pc:docMk/>
            <pc:sldMk cId="3590108851" sldId="354"/>
            <ac:spMk id="14339" creationId="{09189741-E251-742B-0F3B-677AE4D8AE3C}"/>
          </ac:spMkLst>
        </pc:spChg>
      </pc:sldChg>
      <pc:sldChg chg="modSp add mod">
        <pc:chgData name="Jaakko Huikari" userId="086b325c-d512-4021-ba00-0d270aaca715" providerId="ADAL" clId="{39827B6E-26FF-4F9F-80C1-40ACB7982023}" dt="2026-02-18T11:40:42.582" v="18370" actId="20577"/>
        <pc:sldMkLst>
          <pc:docMk/>
          <pc:sldMk cId="0" sldId="355"/>
        </pc:sldMkLst>
        <pc:spChg chg="mod">
          <ac:chgData name="Jaakko Huikari" userId="086b325c-d512-4021-ba00-0d270aaca715" providerId="ADAL" clId="{39827B6E-26FF-4F9F-80C1-40ACB7982023}" dt="2026-02-17T11:47:53.643" v="17077" actId="20577"/>
          <ac:spMkLst>
            <pc:docMk/>
            <pc:sldMk cId="0" sldId="355"/>
            <ac:spMk id="2" creationId="{00000000-0000-0000-0000-000000000000}"/>
          </ac:spMkLst>
        </pc:spChg>
        <pc:spChg chg="mod">
          <ac:chgData name="Jaakko Huikari" userId="086b325c-d512-4021-ba00-0d270aaca715" providerId="ADAL" clId="{39827B6E-26FF-4F9F-80C1-40ACB7982023}" dt="2026-02-18T11:40:42.582" v="18370" actId="20577"/>
          <ac:spMkLst>
            <pc:docMk/>
            <pc:sldMk cId="0" sldId="355"/>
            <ac:spMk id="3" creationId="{00000000-0000-0000-0000-000000000000}"/>
          </ac:spMkLst>
        </pc:spChg>
      </pc:sldChg>
      <pc:sldChg chg="modSp add mod">
        <pc:chgData name="Jaakko Huikari" userId="086b325c-d512-4021-ba00-0d270aaca715" providerId="ADAL" clId="{39827B6E-26FF-4F9F-80C1-40ACB7982023}" dt="2026-02-18T11:45:41.135" v="18460" actId="207"/>
        <pc:sldMkLst>
          <pc:docMk/>
          <pc:sldMk cId="0" sldId="356"/>
        </pc:sldMkLst>
        <pc:spChg chg="mod">
          <ac:chgData name="Jaakko Huikari" userId="086b325c-d512-4021-ba00-0d270aaca715" providerId="ADAL" clId="{39827B6E-26FF-4F9F-80C1-40ACB7982023}" dt="2026-02-17T11:51:00.301" v="17106" actId="20577"/>
          <ac:spMkLst>
            <pc:docMk/>
            <pc:sldMk cId="0" sldId="356"/>
            <ac:spMk id="2" creationId="{00000000-0000-0000-0000-000000000000}"/>
          </ac:spMkLst>
        </pc:spChg>
        <pc:spChg chg="mod">
          <ac:chgData name="Jaakko Huikari" userId="086b325c-d512-4021-ba00-0d270aaca715" providerId="ADAL" clId="{39827B6E-26FF-4F9F-80C1-40ACB7982023}" dt="2026-02-18T11:45:41.135" v="18460" actId="207"/>
          <ac:spMkLst>
            <pc:docMk/>
            <pc:sldMk cId="0" sldId="356"/>
            <ac:spMk id="3" creationId="{00000000-0000-0000-0000-000000000000}"/>
          </ac:spMkLst>
        </pc:spChg>
      </pc:sldChg>
      <pc:sldChg chg="modSp add mod">
        <pc:chgData name="Jaakko Huikari" userId="086b325c-d512-4021-ba00-0d270aaca715" providerId="ADAL" clId="{39827B6E-26FF-4F9F-80C1-40ACB7982023}" dt="2026-02-18T11:46:58.084" v="18463" actId="207"/>
        <pc:sldMkLst>
          <pc:docMk/>
          <pc:sldMk cId="1783468965" sldId="357"/>
        </pc:sldMkLst>
        <pc:spChg chg="mod">
          <ac:chgData name="Jaakko Huikari" userId="086b325c-d512-4021-ba00-0d270aaca715" providerId="ADAL" clId="{39827B6E-26FF-4F9F-80C1-40ACB7982023}" dt="2026-02-17T11:50:51.161" v="17095" actId="20577"/>
          <ac:spMkLst>
            <pc:docMk/>
            <pc:sldMk cId="1783468965" sldId="357"/>
            <ac:spMk id="2" creationId="{DAD470AA-B015-9D4B-11E7-74A8B6514B9F}"/>
          </ac:spMkLst>
        </pc:spChg>
        <pc:spChg chg="mod">
          <ac:chgData name="Jaakko Huikari" userId="086b325c-d512-4021-ba00-0d270aaca715" providerId="ADAL" clId="{39827B6E-26FF-4F9F-80C1-40ACB7982023}" dt="2026-02-18T11:46:58.084" v="18463" actId="207"/>
          <ac:spMkLst>
            <pc:docMk/>
            <pc:sldMk cId="1783468965" sldId="357"/>
            <ac:spMk id="3" creationId="{D2E35722-EFA3-ABE2-8C3F-66BFB3D9CC4B}"/>
          </ac:spMkLst>
        </pc:spChg>
      </pc:sldChg>
      <pc:sldChg chg="modSp add mod">
        <pc:chgData name="Jaakko Huikari" userId="086b325c-d512-4021-ba00-0d270aaca715" providerId="ADAL" clId="{39827B6E-26FF-4F9F-80C1-40ACB7982023}" dt="2026-02-18T11:51:28.674" v="18588" actId="207"/>
        <pc:sldMkLst>
          <pc:docMk/>
          <pc:sldMk cId="2421007182" sldId="358"/>
        </pc:sldMkLst>
        <pc:spChg chg="mod">
          <ac:chgData name="Jaakko Huikari" userId="086b325c-d512-4021-ba00-0d270aaca715" providerId="ADAL" clId="{39827B6E-26FF-4F9F-80C1-40ACB7982023}" dt="2026-02-18T11:51:20.309" v="18586" actId="20577"/>
          <ac:spMkLst>
            <pc:docMk/>
            <pc:sldMk cId="2421007182" sldId="358"/>
            <ac:spMk id="2" creationId="{00000000-0000-0000-0000-000000000000}"/>
          </ac:spMkLst>
        </pc:spChg>
        <pc:spChg chg="mod">
          <ac:chgData name="Jaakko Huikari" userId="086b325c-d512-4021-ba00-0d270aaca715" providerId="ADAL" clId="{39827B6E-26FF-4F9F-80C1-40ACB7982023}" dt="2026-02-18T11:51:28.674" v="18588" actId="207"/>
          <ac:spMkLst>
            <pc:docMk/>
            <pc:sldMk cId="2421007182" sldId="358"/>
            <ac:spMk id="3" creationId="{00000000-0000-0000-0000-000000000000}"/>
          </ac:spMkLst>
        </pc:spChg>
      </pc:sldChg>
      <pc:sldChg chg="modSp add mod ord">
        <pc:chgData name="Jaakko Huikari" userId="086b325c-d512-4021-ba00-0d270aaca715" providerId="ADAL" clId="{39827B6E-26FF-4F9F-80C1-40ACB7982023}" dt="2026-02-18T11:45:34.182" v="18459" actId="20577"/>
        <pc:sldMkLst>
          <pc:docMk/>
          <pc:sldMk cId="2523022898" sldId="359"/>
        </pc:sldMkLst>
        <pc:spChg chg="mod">
          <ac:chgData name="Jaakko Huikari" userId="086b325c-d512-4021-ba00-0d270aaca715" providerId="ADAL" clId="{39827B6E-26FF-4F9F-80C1-40ACB7982023}" dt="2026-02-18T11:45:34.182" v="18459" actId="20577"/>
          <ac:spMkLst>
            <pc:docMk/>
            <pc:sldMk cId="2523022898" sldId="359"/>
            <ac:spMk id="3" creationId="{13E2C349-4CEE-0315-95AE-B2EE31ABE94F}"/>
          </ac:spMkLst>
        </pc:spChg>
      </pc:sldChg>
      <pc:sldChg chg="modSp add mod">
        <pc:chgData name="Jaakko Huikari" userId="086b325c-d512-4021-ba00-0d270aaca715" providerId="ADAL" clId="{39827B6E-26FF-4F9F-80C1-40ACB7982023}" dt="2026-02-17T11:56:39.494" v="17213" actId="5793"/>
        <pc:sldMkLst>
          <pc:docMk/>
          <pc:sldMk cId="3370365562" sldId="360"/>
        </pc:sldMkLst>
        <pc:spChg chg="mod">
          <ac:chgData name="Jaakko Huikari" userId="086b325c-d512-4021-ba00-0d270aaca715" providerId="ADAL" clId="{39827B6E-26FF-4F9F-80C1-40ACB7982023}" dt="2026-02-17T11:56:39.494" v="17213" actId="5793"/>
          <ac:spMkLst>
            <pc:docMk/>
            <pc:sldMk cId="3370365562" sldId="360"/>
            <ac:spMk id="3" creationId="{BE765116-89C0-AEBA-F58F-152BF80D4D3A}"/>
          </ac:spMkLst>
        </pc:spChg>
      </pc:sldChg>
      <pc:sldChg chg="modSp add del mod">
        <pc:chgData name="Jaakko Huikari" userId="086b325c-d512-4021-ba00-0d270aaca715" providerId="ADAL" clId="{39827B6E-26FF-4F9F-80C1-40ACB7982023}" dt="2026-02-18T11:56:20.099" v="18731" actId="207"/>
        <pc:sldMkLst>
          <pc:docMk/>
          <pc:sldMk cId="3507235723" sldId="361"/>
        </pc:sldMkLst>
        <pc:spChg chg="mod">
          <ac:chgData name="Jaakko Huikari" userId="086b325c-d512-4021-ba00-0d270aaca715" providerId="ADAL" clId="{39827B6E-26FF-4F9F-80C1-40ACB7982023}" dt="2026-02-18T11:56:20.099" v="18731" actId="207"/>
          <ac:spMkLst>
            <pc:docMk/>
            <pc:sldMk cId="3507235723" sldId="361"/>
            <ac:spMk id="3" creationId="{A453DDC1-F65E-0990-A1EB-B5F8B0656999}"/>
          </ac:spMkLst>
        </pc:spChg>
      </pc:sldChg>
      <pc:sldChg chg="modSp add mod">
        <pc:chgData name="Jaakko Huikari" userId="086b325c-d512-4021-ba00-0d270aaca715" providerId="ADAL" clId="{39827B6E-26FF-4F9F-80C1-40ACB7982023}" dt="2026-02-18T09:53:59.991" v="17427" actId="6549"/>
        <pc:sldMkLst>
          <pc:docMk/>
          <pc:sldMk cId="1671174544" sldId="362"/>
        </pc:sldMkLst>
        <pc:spChg chg="mod">
          <ac:chgData name="Jaakko Huikari" userId="086b325c-d512-4021-ba00-0d270aaca715" providerId="ADAL" clId="{39827B6E-26FF-4F9F-80C1-40ACB7982023}" dt="2026-02-18T09:53:59.991" v="17427" actId="6549"/>
          <ac:spMkLst>
            <pc:docMk/>
            <pc:sldMk cId="1671174544" sldId="362"/>
            <ac:spMk id="2" creationId="{694EB6BC-AD16-CA99-AC9E-CE6BEF386FBE}"/>
          </ac:spMkLst>
        </pc:spChg>
      </pc:sldChg>
      <pc:sldChg chg="modSp add mod">
        <pc:chgData name="Jaakko Huikari" userId="086b325c-d512-4021-ba00-0d270aaca715" providerId="ADAL" clId="{39827B6E-26FF-4F9F-80C1-40ACB7982023}" dt="2026-02-18T13:55:15.750" v="19086" actId="6549"/>
        <pc:sldMkLst>
          <pc:docMk/>
          <pc:sldMk cId="866455503" sldId="363"/>
        </pc:sldMkLst>
        <pc:spChg chg="mod">
          <ac:chgData name="Jaakko Huikari" userId="086b325c-d512-4021-ba00-0d270aaca715" providerId="ADAL" clId="{39827B6E-26FF-4F9F-80C1-40ACB7982023}" dt="2026-02-18T10:23:38.937" v="17736" actId="20577"/>
          <ac:spMkLst>
            <pc:docMk/>
            <pc:sldMk cId="866455503" sldId="363"/>
            <ac:spMk id="2" creationId="{CB67239A-E12E-A5B6-5A04-9D063CF81D91}"/>
          </ac:spMkLst>
        </pc:spChg>
        <pc:spChg chg="mod">
          <ac:chgData name="Jaakko Huikari" userId="086b325c-d512-4021-ba00-0d270aaca715" providerId="ADAL" clId="{39827B6E-26FF-4F9F-80C1-40ACB7982023}" dt="2026-02-18T13:55:15.750" v="19086" actId="6549"/>
          <ac:spMkLst>
            <pc:docMk/>
            <pc:sldMk cId="866455503" sldId="363"/>
            <ac:spMk id="3" creationId="{B98B0F1B-1B07-7A77-10EF-049C91AD561C}"/>
          </ac:spMkLst>
        </pc:spChg>
      </pc:sldChg>
    </pc:docChg>
  </pc:docChgLst>
  <pc:docChgLst>
    <pc:chgData name="Jaakko Huikari" userId="S::jmth@univ.yo.oulu.fi::086b325c-d512-4021-ba00-0d270aaca715" providerId="AD" clId="Web-{5E014F5A-7FB8-1863-4793-87B97193CC32}"/>
    <pc:docChg chg="modSld">
      <pc:chgData name="Jaakko Huikari" userId="S::jmth@univ.yo.oulu.fi::086b325c-d512-4021-ba00-0d270aaca715" providerId="AD" clId="Web-{5E014F5A-7FB8-1863-4793-87B97193CC32}" dt="2026-02-17T19:18:20.394" v="220" actId="20577"/>
      <pc:docMkLst>
        <pc:docMk/>
      </pc:docMkLst>
      <pc:sldChg chg="modSp">
        <pc:chgData name="Jaakko Huikari" userId="S::jmth@univ.yo.oulu.fi::086b325c-d512-4021-ba00-0d270aaca715" providerId="AD" clId="Web-{5E014F5A-7FB8-1863-4793-87B97193CC32}" dt="2026-02-17T19:18:20.394" v="220" actId="20577"/>
        <pc:sldMkLst>
          <pc:docMk/>
          <pc:sldMk cId="0" sldId="298"/>
        </pc:sldMkLst>
        <pc:spChg chg="mod">
          <ac:chgData name="Jaakko Huikari" userId="S::jmth@univ.yo.oulu.fi::086b325c-d512-4021-ba00-0d270aaca715" providerId="AD" clId="Web-{5E014F5A-7FB8-1863-4793-87B97193CC32}" dt="2026-02-17T19:18:20.394" v="220" actId="20577"/>
          <ac:spMkLst>
            <pc:docMk/>
            <pc:sldMk cId="0" sldId="298"/>
            <ac:spMk id="14339" creationId="{00000000-0000-0000-0000-000000000000}"/>
          </ac:spMkLst>
        </pc:spChg>
      </pc:sldChg>
      <pc:sldChg chg="modSp">
        <pc:chgData name="Jaakko Huikari" userId="S::jmth@univ.yo.oulu.fi::086b325c-d512-4021-ba00-0d270aaca715" providerId="AD" clId="Web-{5E014F5A-7FB8-1863-4793-87B97193CC32}" dt="2026-02-17T19:08:25.972" v="213" actId="20577"/>
        <pc:sldMkLst>
          <pc:docMk/>
          <pc:sldMk cId="0" sldId="303"/>
        </pc:sldMkLst>
        <pc:spChg chg="mod">
          <ac:chgData name="Jaakko Huikari" userId="S::jmth@univ.yo.oulu.fi::086b325c-d512-4021-ba00-0d270aaca715" providerId="AD" clId="Web-{5E014F5A-7FB8-1863-4793-87B97193CC32}" dt="2026-02-17T19:08:25.972" v="213" actId="20577"/>
          <ac:spMkLst>
            <pc:docMk/>
            <pc:sldMk cId="0" sldId="303"/>
            <ac:spMk id="3" creationId="{00000000-0000-0000-0000-000000000000}"/>
          </ac:spMkLst>
        </pc:spChg>
      </pc:sldChg>
      <pc:sldChg chg="modSp">
        <pc:chgData name="Jaakko Huikari" userId="S::jmth@univ.yo.oulu.fi::086b325c-d512-4021-ba00-0d270aaca715" providerId="AD" clId="Web-{5E014F5A-7FB8-1863-4793-87B97193CC32}" dt="2026-02-17T18:35:29.032" v="70" actId="20577"/>
        <pc:sldMkLst>
          <pc:docMk/>
          <pc:sldMk cId="0" sldId="306"/>
        </pc:sldMkLst>
        <pc:spChg chg="mod ord">
          <ac:chgData name="Jaakko Huikari" userId="S::jmth@univ.yo.oulu.fi::086b325c-d512-4021-ba00-0d270aaca715" providerId="AD" clId="Web-{5E014F5A-7FB8-1863-4793-87B97193CC32}" dt="2026-02-17T18:35:29.032" v="70" actId="20577"/>
          <ac:spMkLst>
            <pc:docMk/>
            <pc:sldMk cId="0" sldId="306"/>
            <ac:spMk id="3" creationId="{00000000-0000-0000-0000-000000000000}"/>
          </ac:spMkLst>
        </pc:spChg>
      </pc:sldChg>
      <pc:sldChg chg="modSp">
        <pc:chgData name="Jaakko Huikari" userId="S::jmth@univ.yo.oulu.fi::086b325c-d512-4021-ba00-0d270aaca715" providerId="AD" clId="Web-{5E014F5A-7FB8-1863-4793-87B97193CC32}" dt="2026-02-17T19:05:03.778" v="210" actId="20577"/>
        <pc:sldMkLst>
          <pc:docMk/>
          <pc:sldMk cId="0" sldId="307"/>
        </pc:sldMkLst>
        <pc:spChg chg="mod">
          <ac:chgData name="Jaakko Huikari" userId="S::jmth@univ.yo.oulu.fi::086b325c-d512-4021-ba00-0d270aaca715" providerId="AD" clId="Web-{5E014F5A-7FB8-1863-4793-87B97193CC32}" dt="2026-02-17T19:05:03.778" v="210" actId="20577"/>
          <ac:spMkLst>
            <pc:docMk/>
            <pc:sldMk cId="0" sldId="307"/>
            <ac:spMk id="4" creationId="{00000000-0000-0000-0000-000000000000}"/>
          </ac:spMkLst>
        </pc:spChg>
      </pc:sldChg>
      <pc:sldChg chg="modSp">
        <pc:chgData name="Jaakko Huikari" userId="S::jmth@univ.yo.oulu.fi::086b325c-d512-4021-ba00-0d270aaca715" providerId="AD" clId="Web-{5E014F5A-7FB8-1863-4793-87B97193CC32}" dt="2026-02-17T18:38:17.157" v="79" actId="20577"/>
        <pc:sldMkLst>
          <pc:docMk/>
          <pc:sldMk cId="0" sldId="308"/>
        </pc:sldMkLst>
        <pc:spChg chg="mod">
          <ac:chgData name="Jaakko Huikari" userId="S::jmth@univ.yo.oulu.fi::086b325c-d512-4021-ba00-0d270aaca715" providerId="AD" clId="Web-{5E014F5A-7FB8-1863-4793-87B97193CC32}" dt="2026-02-17T18:38:17.157" v="79" actId="20577"/>
          <ac:spMkLst>
            <pc:docMk/>
            <pc:sldMk cId="0" sldId="308"/>
            <ac:spMk id="3" creationId="{00000000-0000-0000-0000-000000000000}"/>
          </ac:spMkLst>
        </pc:spChg>
      </pc:sldChg>
      <pc:sldChg chg="modSp">
        <pc:chgData name="Jaakko Huikari" userId="S::jmth@univ.yo.oulu.fi::086b325c-d512-4021-ba00-0d270aaca715" providerId="AD" clId="Web-{5E014F5A-7FB8-1863-4793-87B97193CC32}" dt="2026-02-17T18:46:04.757" v="121" actId="20577"/>
        <pc:sldMkLst>
          <pc:docMk/>
          <pc:sldMk cId="2641736120" sldId="314"/>
        </pc:sldMkLst>
        <pc:spChg chg="mod">
          <ac:chgData name="Jaakko Huikari" userId="S::jmth@univ.yo.oulu.fi::086b325c-d512-4021-ba00-0d270aaca715" providerId="AD" clId="Web-{5E014F5A-7FB8-1863-4793-87B97193CC32}" dt="2026-02-17T18:46:04.757" v="121" actId="20577"/>
          <ac:spMkLst>
            <pc:docMk/>
            <pc:sldMk cId="2641736120" sldId="314"/>
            <ac:spMk id="3" creationId="{00000000-0000-0000-0000-000000000000}"/>
          </ac:spMkLst>
        </pc:spChg>
      </pc:sldChg>
      <pc:sldChg chg="modSp">
        <pc:chgData name="Jaakko Huikari" userId="S::jmth@univ.yo.oulu.fi::086b325c-d512-4021-ba00-0d270aaca715" providerId="AD" clId="Web-{5E014F5A-7FB8-1863-4793-87B97193CC32}" dt="2026-02-17T18:42:02.798" v="93" actId="20577"/>
        <pc:sldMkLst>
          <pc:docMk/>
          <pc:sldMk cId="108352719" sldId="316"/>
        </pc:sldMkLst>
        <pc:spChg chg="mod">
          <ac:chgData name="Jaakko Huikari" userId="S::jmth@univ.yo.oulu.fi::086b325c-d512-4021-ba00-0d270aaca715" providerId="AD" clId="Web-{5E014F5A-7FB8-1863-4793-87B97193CC32}" dt="2026-02-17T18:42:02.798" v="93" actId="20577"/>
          <ac:spMkLst>
            <pc:docMk/>
            <pc:sldMk cId="108352719" sldId="316"/>
            <ac:spMk id="4" creationId="{00000000-0000-0000-0000-000000000000}"/>
          </ac:spMkLst>
        </pc:spChg>
      </pc:sldChg>
      <pc:sldChg chg="modSp">
        <pc:chgData name="Jaakko Huikari" userId="S::jmth@univ.yo.oulu.fi::086b325c-d512-4021-ba00-0d270aaca715" providerId="AD" clId="Web-{5E014F5A-7FB8-1863-4793-87B97193CC32}" dt="2026-02-17T19:14:32.519" v="218" actId="20577"/>
        <pc:sldMkLst>
          <pc:docMk/>
          <pc:sldMk cId="1172172287" sldId="337"/>
        </pc:sldMkLst>
        <pc:spChg chg="mod">
          <ac:chgData name="Jaakko Huikari" userId="S::jmth@univ.yo.oulu.fi::086b325c-d512-4021-ba00-0d270aaca715" providerId="AD" clId="Web-{5E014F5A-7FB8-1863-4793-87B97193CC32}" dt="2026-02-17T19:14:32.519" v="218" actId="20577"/>
          <ac:spMkLst>
            <pc:docMk/>
            <pc:sldMk cId="1172172287" sldId="337"/>
            <ac:spMk id="3" creationId="{62A7ACE1-9E33-E456-E981-48DEE085E684}"/>
          </ac:spMkLst>
        </pc:spChg>
      </pc:sldChg>
      <pc:sldChg chg="modSp">
        <pc:chgData name="Jaakko Huikari" userId="S::jmth@univ.yo.oulu.fi::086b325c-d512-4021-ba00-0d270aaca715" providerId="AD" clId="Web-{5E014F5A-7FB8-1863-4793-87B97193CC32}" dt="2026-02-17T18:30:40.749" v="55" actId="20577"/>
        <pc:sldMkLst>
          <pc:docMk/>
          <pc:sldMk cId="152974837" sldId="338"/>
        </pc:sldMkLst>
        <pc:spChg chg="mod">
          <ac:chgData name="Jaakko Huikari" userId="S::jmth@univ.yo.oulu.fi::086b325c-d512-4021-ba00-0d270aaca715" providerId="AD" clId="Web-{5E014F5A-7FB8-1863-4793-87B97193CC32}" dt="2026-02-17T18:30:40.749" v="55" actId="20577"/>
          <ac:spMkLst>
            <pc:docMk/>
            <pc:sldMk cId="152974837" sldId="338"/>
            <ac:spMk id="3" creationId="{007EE4DD-546D-C42C-D611-3DA1E8681D55}"/>
          </ac:spMkLst>
        </pc:spChg>
      </pc:sldChg>
      <pc:sldChg chg="modSp">
        <pc:chgData name="Jaakko Huikari" userId="S::jmth@univ.yo.oulu.fi::086b325c-d512-4021-ba00-0d270aaca715" providerId="AD" clId="Web-{5E014F5A-7FB8-1863-4793-87B97193CC32}" dt="2026-02-17T18:38:55.985" v="90" actId="20577"/>
        <pc:sldMkLst>
          <pc:docMk/>
          <pc:sldMk cId="2915216516" sldId="339"/>
        </pc:sldMkLst>
        <pc:spChg chg="mod">
          <ac:chgData name="Jaakko Huikari" userId="S::jmth@univ.yo.oulu.fi::086b325c-d512-4021-ba00-0d270aaca715" providerId="AD" clId="Web-{5E014F5A-7FB8-1863-4793-87B97193CC32}" dt="2026-02-17T18:38:55.985" v="90" actId="20577"/>
          <ac:spMkLst>
            <pc:docMk/>
            <pc:sldMk cId="2915216516" sldId="339"/>
            <ac:spMk id="3" creationId="{60891E84-A1BF-A828-A6B9-3292BF107F1C}"/>
          </ac:spMkLst>
        </pc:spChg>
      </pc:sldChg>
      <pc:sldChg chg="modSp">
        <pc:chgData name="Jaakko Huikari" userId="S::jmth@univ.yo.oulu.fi::086b325c-d512-4021-ba00-0d270aaca715" providerId="AD" clId="Web-{5E014F5A-7FB8-1863-4793-87B97193CC32}" dt="2026-02-17T18:51:28.226" v="127" actId="20577"/>
        <pc:sldMkLst>
          <pc:docMk/>
          <pc:sldMk cId="3133528804" sldId="342"/>
        </pc:sldMkLst>
        <pc:spChg chg="mod">
          <ac:chgData name="Jaakko Huikari" userId="S::jmth@univ.yo.oulu.fi::086b325c-d512-4021-ba00-0d270aaca715" providerId="AD" clId="Web-{5E014F5A-7FB8-1863-4793-87B97193CC32}" dt="2026-02-17T18:51:28.226" v="127" actId="20577"/>
          <ac:spMkLst>
            <pc:docMk/>
            <pc:sldMk cId="3133528804" sldId="342"/>
            <ac:spMk id="3" creationId="{6ED069BB-0A4B-37A5-122E-0E6A2B6CF888}"/>
          </ac:spMkLst>
        </pc:spChg>
      </pc:sldChg>
      <pc:sldChg chg="modSp">
        <pc:chgData name="Jaakko Huikari" userId="S::jmth@univ.yo.oulu.fi::086b325c-d512-4021-ba00-0d270aaca715" providerId="AD" clId="Web-{5E014F5A-7FB8-1863-4793-87B97193CC32}" dt="2026-02-17T18:52:56.648" v="129" actId="20577"/>
        <pc:sldMkLst>
          <pc:docMk/>
          <pc:sldMk cId="2451874837" sldId="343"/>
        </pc:sldMkLst>
        <pc:spChg chg="mod">
          <ac:chgData name="Jaakko Huikari" userId="S::jmth@univ.yo.oulu.fi::086b325c-d512-4021-ba00-0d270aaca715" providerId="AD" clId="Web-{5E014F5A-7FB8-1863-4793-87B97193CC32}" dt="2026-02-17T18:52:56.648" v="129" actId="20577"/>
          <ac:spMkLst>
            <pc:docMk/>
            <pc:sldMk cId="2451874837" sldId="343"/>
            <ac:spMk id="3" creationId="{48A8ACD4-00D4-7F13-C5FC-422ED633E467}"/>
          </ac:spMkLst>
        </pc:spChg>
      </pc:sldChg>
      <pc:sldChg chg="modSp">
        <pc:chgData name="Jaakko Huikari" userId="S::jmth@univ.yo.oulu.fi::086b325c-d512-4021-ba00-0d270aaca715" providerId="AD" clId="Web-{5E014F5A-7FB8-1863-4793-87B97193CC32}" dt="2026-02-17T18:21:25.406" v="1" actId="20577"/>
        <pc:sldMkLst>
          <pc:docMk/>
          <pc:sldMk cId="4024246474" sldId="351"/>
        </pc:sldMkLst>
        <pc:spChg chg="mod">
          <ac:chgData name="Jaakko Huikari" userId="S::jmth@univ.yo.oulu.fi::086b325c-d512-4021-ba00-0d270aaca715" providerId="AD" clId="Web-{5E014F5A-7FB8-1863-4793-87B97193CC32}" dt="2026-02-17T18:21:25.406" v="1" actId="20577"/>
          <ac:spMkLst>
            <pc:docMk/>
            <pc:sldMk cId="4024246474" sldId="351"/>
            <ac:spMk id="14339" creationId="{BDF11C87-0F0D-FFF5-096D-EDCDD9E78513}"/>
          </ac:spMkLst>
        </pc:spChg>
      </pc:sldChg>
      <pc:sldChg chg="modSp">
        <pc:chgData name="Jaakko Huikari" userId="S::jmth@univ.yo.oulu.fi::086b325c-d512-4021-ba00-0d270aaca715" providerId="AD" clId="Web-{5E014F5A-7FB8-1863-4793-87B97193CC32}" dt="2026-02-17T18:34:46.141" v="68" actId="20577"/>
        <pc:sldMkLst>
          <pc:docMk/>
          <pc:sldMk cId="0" sldId="356"/>
        </pc:sldMkLst>
        <pc:spChg chg="mod">
          <ac:chgData name="Jaakko Huikari" userId="S::jmth@univ.yo.oulu.fi::086b325c-d512-4021-ba00-0d270aaca715" providerId="AD" clId="Web-{5E014F5A-7FB8-1863-4793-87B97193CC32}" dt="2026-02-17T18:34:46.141" v="68" actId="20577"/>
          <ac:spMkLst>
            <pc:docMk/>
            <pc:sldMk cId="0" sldId="356"/>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sz="quarter" idx="1"/>
          </p:nvPr>
        </p:nvSpPr>
        <p:spPr>
          <a:xfrm>
            <a:off x="3848100" y="0"/>
            <a:ext cx="2944813" cy="495300"/>
          </a:xfrm>
          <a:prstGeom prst="rect">
            <a:avLst/>
          </a:prstGeom>
        </p:spPr>
        <p:txBody>
          <a:bodyPr vert="horz" lIns="91440" tIns="45720" rIns="91440" bIns="45720" rtlCol="0"/>
          <a:lstStyle>
            <a:lvl1pPr algn="r" eaLnBrk="1" hangingPunct="1">
              <a:defRPr sz="1200">
                <a:latin typeface="Arial" charset="0"/>
              </a:defRPr>
            </a:lvl1pPr>
          </a:lstStyle>
          <a:p>
            <a:pPr>
              <a:defRPr/>
            </a:pPr>
            <a:fld id="{C4C5DF8E-5614-4DDE-829A-AE184B076058}" type="datetimeFigureOut">
              <a:rPr lang="en-US"/>
              <a:pPr>
                <a:defRPr/>
              </a:pPr>
              <a:t>2/19/2026</a:t>
            </a:fld>
            <a:endParaRPr lang="en-US"/>
          </a:p>
        </p:txBody>
      </p:sp>
      <p:sp>
        <p:nvSpPr>
          <p:cNvPr id="4" name="Footer Placeholder 3"/>
          <p:cNvSpPr>
            <a:spLocks noGrp="1"/>
          </p:cNvSpPr>
          <p:nvPr>
            <p:ph type="ftr" sz="quarter" idx="2"/>
          </p:nvPr>
        </p:nvSpPr>
        <p:spPr>
          <a:xfrm>
            <a:off x="0" y="9409113"/>
            <a:ext cx="2944813" cy="4953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1DC0960-36CE-4780-80EF-1BDBB3F0B1BD}" type="slidenum">
              <a:rPr lang="en-US" altLang="fi-FI"/>
              <a:pPr/>
              <a:t>‹#›</a:t>
            </a:fld>
            <a:endParaRPr lang="en-US" altLang="fi-FI"/>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endParaRPr lang="fi-FI"/>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fi-FI"/>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CD97AFA2-C9D5-408D-A49D-1AC5378A41FE}" type="slidenum">
              <a:rPr lang="fi-FI" altLang="fi-FI"/>
              <a:pPr/>
              <a:t>‹#›</a:t>
            </a:fld>
            <a:endParaRPr lang="fi-FI" altLang="fi-FI"/>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endParaRPr lang="fi-FI" dirty="0"/>
          </a:p>
        </p:txBody>
      </p:sp>
      <p:sp>
        <p:nvSpPr>
          <p:cNvPr id="3" name="Content Placeholder 2"/>
          <p:cNvSpPr>
            <a:spLocks noGrp="1"/>
          </p:cNvSpPr>
          <p:nvPr>
            <p:ph idx="1"/>
          </p:nvPr>
        </p:nvSpPr>
        <p:spPr/>
        <p:txBody>
          <a:bodyPr/>
          <a:lstStyle>
            <a:lvl1pPr>
              <a:defRPr sz="1500"/>
            </a:lvl1pPr>
            <a:lvl2pPr>
              <a:defRPr sz="1500"/>
            </a:lvl2pPr>
            <a:lvl3pPr>
              <a:defRPr sz="15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i-FI" dirty="0"/>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17597F04-0B87-40B7-A8FC-8EF16FEC44EE}" type="slidenum">
              <a:rPr lang="fi-FI" altLang="fi-FI"/>
              <a:pPr/>
              <a:t>‹#›</a:t>
            </a:fld>
            <a:endParaRPr lang="fi-FI" altLang="fi-FI"/>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3000" b="1" cap="all"/>
            </a:lvl1pPr>
          </a:lstStyle>
          <a:p>
            <a:r>
              <a:rPr lang="en-US"/>
              <a:t>Click to edit Master title style</a:t>
            </a:r>
            <a:endParaRPr lang="fi-FI"/>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23576FBC-10BC-42EE-889E-9D7105A5D1C4}" type="slidenum">
              <a:rPr lang="fi-FI" altLang="fi-FI"/>
              <a:pPr/>
              <a:t>‹#›</a:t>
            </a:fld>
            <a:endParaRPr lang="fi-FI" alt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i-FI"/>
          </a:p>
        </p:txBody>
      </p:sp>
      <p:sp>
        <p:nvSpPr>
          <p:cNvPr id="3" name="Content Placeholder 2"/>
          <p:cNvSpPr>
            <a:spLocks noGrp="1"/>
          </p:cNvSpPr>
          <p:nvPr>
            <p:ph sz="half" idx="1"/>
          </p:nvPr>
        </p:nvSpPr>
        <p:spPr>
          <a:xfrm>
            <a:off x="457200" y="1333501"/>
            <a:ext cx="4038600" cy="377163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Content Placeholder 3"/>
          <p:cNvSpPr>
            <a:spLocks noGrp="1"/>
          </p:cNvSpPr>
          <p:nvPr>
            <p:ph sz="half" idx="2"/>
          </p:nvPr>
        </p:nvSpPr>
        <p:spPr>
          <a:xfrm>
            <a:off x="4648200" y="1333501"/>
            <a:ext cx="4038600" cy="377163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Rectangle 4"/>
          <p:cNvSpPr>
            <a:spLocks noGrp="1" noChangeArrowheads="1"/>
          </p:cNvSpPr>
          <p:nvPr>
            <p:ph type="dt" sz="half" idx="10"/>
          </p:nvPr>
        </p:nvSpPr>
        <p:spPr>
          <a:ln/>
        </p:spPr>
        <p:txBody>
          <a:bodyPr/>
          <a:lstStyle>
            <a:lvl1pPr>
              <a:defRPr/>
            </a:lvl1pPr>
          </a:lstStyle>
          <a:p>
            <a:pPr>
              <a:defRPr/>
            </a:pPr>
            <a:endParaRPr lang="fi-FI"/>
          </a:p>
        </p:txBody>
      </p:sp>
      <p:sp>
        <p:nvSpPr>
          <p:cNvPr id="6" name="Rectangle 5"/>
          <p:cNvSpPr>
            <a:spLocks noGrp="1" noChangeArrowheads="1"/>
          </p:cNvSpPr>
          <p:nvPr>
            <p:ph type="ftr" sz="quarter" idx="11"/>
          </p:nvPr>
        </p:nvSpPr>
        <p:spPr>
          <a:ln/>
        </p:spPr>
        <p:txBody>
          <a:bodyPr/>
          <a:lstStyle>
            <a:lvl1pPr>
              <a:defRPr/>
            </a:lvl1pPr>
          </a:lstStyle>
          <a:p>
            <a:pPr>
              <a:defRPr/>
            </a:pPr>
            <a:endParaRPr lang="fi-FI"/>
          </a:p>
        </p:txBody>
      </p:sp>
      <p:sp>
        <p:nvSpPr>
          <p:cNvPr id="7" name="Rectangle 6"/>
          <p:cNvSpPr>
            <a:spLocks noGrp="1" noChangeArrowheads="1"/>
          </p:cNvSpPr>
          <p:nvPr>
            <p:ph type="sldNum" sz="quarter" idx="12"/>
          </p:nvPr>
        </p:nvSpPr>
        <p:spPr>
          <a:ln/>
        </p:spPr>
        <p:txBody>
          <a:bodyPr/>
          <a:lstStyle>
            <a:lvl1pPr>
              <a:defRPr/>
            </a:lvl1pPr>
          </a:lstStyle>
          <a:p>
            <a:fld id="{B709A9D3-3C48-4F9E-B99B-0C4827E3CBAF}" type="slidenum">
              <a:rPr lang="fi-FI" altLang="fi-FI"/>
              <a:pPr/>
              <a:t>‹#›</a:t>
            </a:fld>
            <a:endParaRPr lang="fi-FI" altLang="fi-FI"/>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fi-FI"/>
          </a:p>
        </p:txBody>
      </p:sp>
      <p:sp>
        <p:nvSpPr>
          <p:cNvPr id="3" name="Text Placeholder 2"/>
          <p:cNvSpPr>
            <a:spLocks noGrp="1"/>
          </p:cNvSpPr>
          <p:nvPr>
            <p:ph type="body" idx="1"/>
          </p:nvPr>
        </p:nvSpPr>
        <p:spPr>
          <a:xfrm>
            <a:off x="457200" y="1279261"/>
            <a:ext cx="4040188" cy="53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7" name="Rectangle 4"/>
          <p:cNvSpPr>
            <a:spLocks noGrp="1" noChangeArrowheads="1"/>
          </p:cNvSpPr>
          <p:nvPr>
            <p:ph type="dt" sz="half" idx="10"/>
          </p:nvPr>
        </p:nvSpPr>
        <p:spPr>
          <a:ln/>
        </p:spPr>
        <p:txBody>
          <a:bodyPr/>
          <a:lstStyle>
            <a:lvl1pPr>
              <a:defRPr/>
            </a:lvl1pPr>
          </a:lstStyle>
          <a:p>
            <a:pPr>
              <a:defRPr/>
            </a:pPr>
            <a:endParaRPr lang="fi-FI"/>
          </a:p>
        </p:txBody>
      </p:sp>
      <p:sp>
        <p:nvSpPr>
          <p:cNvPr id="8" name="Rectangle 5"/>
          <p:cNvSpPr>
            <a:spLocks noGrp="1" noChangeArrowheads="1"/>
          </p:cNvSpPr>
          <p:nvPr>
            <p:ph type="ftr" sz="quarter" idx="11"/>
          </p:nvPr>
        </p:nvSpPr>
        <p:spPr>
          <a:ln/>
        </p:spPr>
        <p:txBody>
          <a:bodyPr/>
          <a:lstStyle>
            <a:lvl1pPr>
              <a:defRPr/>
            </a:lvl1pPr>
          </a:lstStyle>
          <a:p>
            <a:pPr>
              <a:defRPr/>
            </a:pPr>
            <a:endParaRPr lang="fi-FI"/>
          </a:p>
        </p:txBody>
      </p:sp>
      <p:sp>
        <p:nvSpPr>
          <p:cNvPr id="9" name="Rectangle 6"/>
          <p:cNvSpPr>
            <a:spLocks noGrp="1" noChangeArrowheads="1"/>
          </p:cNvSpPr>
          <p:nvPr>
            <p:ph type="sldNum" sz="quarter" idx="12"/>
          </p:nvPr>
        </p:nvSpPr>
        <p:spPr>
          <a:ln/>
        </p:spPr>
        <p:txBody>
          <a:bodyPr/>
          <a:lstStyle>
            <a:lvl1pPr>
              <a:defRPr/>
            </a:lvl1pPr>
          </a:lstStyle>
          <a:p>
            <a:fld id="{242F5003-8D78-4ED4-8627-F55CA33BA1E1}" type="slidenum">
              <a:rPr lang="fi-FI" altLang="fi-FI"/>
              <a:pPr/>
              <a:t>‹#›</a:t>
            </a:fld>
            <a:endParaRPr lang="fi-FI" alt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i-FI"/>
          </a:p>
        </p:txBody>
      </p:sp>
      <p:sp>
        <p:nvSpPr>
          <p:cNvPr id="3" name="Rectangle 4"/>
          <p:cNvSpPr>
            <a:spLocks noGrp="1" noChangeArrowheads="1"/>
          </p:cNvSpPr>
          <p:nvPr>
            <p:ph type="dt" sz="half" idx="10"/>
          </p:nvPr>
        </p:nvSpPr>
        <p:spPr>
          <a:ln/>
        </p:spPr>
        <p:txBody>
          <a:bodyPr/>
          <a:lstStyle>
            <a:lvl1pPr>
              <a:defRPr/>
            </a:lvl1pPr>
          </a:lstStyle>
          <a:p>
            <a:pPr>
              <a:defRPr/>
            </a:pPr>
            <a:endParaRPr lang="fi-FI"/>
          </a:p>
        </p:txBody>
      </p:sp>
      <p:sp>
        <p:nvSpPr>
          <p:cNvPr id="4" name="Rectangle 5"/>
          <p:cNvSpPr>
            <a:spLocks noGrp="1" noChangeArrowheads="1"/>
          </p:cNvSpPr>
          <p:nvPr>
            <p:ph type="ftr" sz="quarter" idx="11"/>
          </p:nvPr>
        </p:nvSpPr>
        <p:spPr>
          <a:ln/>
        </p:spPr>
        <p:txBody>
          <a:bodyPr/>
          <a:lstStyle>
            <a:lvl1pPr>
              <a:defRPr/>
            </a:lvl1pPr>
          </a:lstStyle>
          <a:p>
            <a:pPr>
              <a:defRPr/>
            </a:pPr>
            <a:endParaRPr lang="fi-FI"/>
          </a:p>
        </p:txBody>
      </p:sp>
      <p:sp>
        <p:nvSpPr>
          <p:cNvPr id="5" name="Rectangle 6"/>
          <p:cNvSpPr>
            <a:spLocks noGrp="1" noChangeArrowheads="1"/>
          </p:cNvSpPr>
          <p:nvPr>
            <p:ph type="sldNum" sz="quarter" idx="12"/>
          </p:nvPr>
        </p:nvSpPr>
        <p:spPr>
          <a:ln/>
        </p:spPr>
        <p:txBody>
          <a:bodyPr/>
          <a:lstStyle>
            <a:lvl1pPr>
              <a:defRPr/>
            </a:lvl1pPr>
          </a:lstStyle>
          <a:p>
            <a:fld id="{B7FABAB2-80F1-4B67-903E-F6CFD67548AB}" type="slidenum">
              <a:rPr lang="fi-FI" altLang="fi-FI"/>
              <a:pPr/>
              <a:t>‹#›</a:t>
            </a:fld>
            <a:endParaRPr lang="fi-FI" altLang="fi-FI"/>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fi-FI"/>
          </a:p>
        </p:txBody>
      </p:sp>
      <p:sp>
        <p:nvSpPr>
          <p:cNvPr id="3" name="Rectangle 5"/>
          <p:cNvSpPr>
            <a:spLocks noGrp="1" noChangeArrowheads="1"/>
          </p:cNvSpPr>
          <p:nvPr>
            <p:ph type="ftr" sz="quarter" idx="11"/>
          </p:nvPr>
        </p:nvSpPr>
        <p:spPr>
          <a:ln/>
        </p:spPr>
        <p:txBody>
          <a:bodyPr/>
          <a:lstStyle>
            <a:lvl1pPr>
              <a:defRPr/>
            </a:lvl1pPr>
          </a:lstStyle>
          <a:p>
            <a:pPr>
              <a:defRPr/>
            </a:pPr>
            <a:endParaRPr lang="fi-FI"/>
          </a:p>
        </p:txBody>
      </p:sp>
      <p:sp>
        <p:nvSpPr>
          <p:cNvPr id="4" name="Rectangle 6"/>
          <p:cNvSpPr>
            <a:spLocks noGrp="1" noChangeArrowheads="1"/>
          </p:cNvSpPr>
          <p:nvPr>
            <p:ph type="sldNum" sz="quarter" idx="12"/>
          </p:nvPr>
        </p:nvSpPr>
        <p:spPr>
          <a:ln/>
        </p:spPr>
        <p:txBody>
          <a:bodyPr/>
          <a:lstStyle>
            <a:lvl1pPr>
              <a:defRPr/>
            </a:lvl1pPr>
          </a:lstStyle>
          <a:p>
            <a:fld id="{92AB4129-6786-484F-BBB5-B79B6A28E32B}" type="slidenum">
              <a:rPr lang="fi-FI" altLang="fi-FI"/>
              <a:pPr/>
              <a:t>‹#›</a:t>
            </a:fld>
            <a:endParaRPr lang="fi-FI" altLang="fi-FI"/>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500" b="1"/>
            </a:lvl1pPr>
          </a:lstStyle>
          <a:p>
            <a:r>
              <a:rPr lang="en-US"/>
              <a:t>Click to edit Master title style</a:t>
            </a:r>
            <a:endParaRPr lang="fi-FI"/>
          </a:p>
        </p:txBody>
      </p:sp>
      <p:sp>
        <p:nvSpPr>
          <p:cNvPr id="3" name="Content Placeholder 2"/>
          <p:cNvSpPr>
            <a:spLocks noGrp="1"/>
          </p:cNvSpPr>
          <p:nvPr>
            <p:ph idx="1"/>
          </p:nvPr>
        </p:nvSpPr>
        <p:spPr>
          <a:xfrm>
            <a:off x="3575050" y="227543"/>
            <a:ext cx="5111750" cy="487759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Text Placeholder 3"/>
          <p:cNvSpPr>
            <a:spLocks noGrp="1"/>
          </p:cNvSpPr>
          <p:nvPr>
            <p:ph type="body" sz="half" idx="2"/>
          </p:nvPr>
        </p:nvSpPr>
        <p:spPr>
          <a:xfrm>
            <a:off x="457201" y="1195918"/>
            <a:ext cx="3008313" cy="390921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i-FI"/>
          </a:p>
        </p:txBody>
      </p:sp>
      <p:sp>
        <p:nvSpPr>
          <p:cNvPr id="6" name="Rectangle 5"/>
          <p:cNvSpPr>
            <a:spLocks noGrp="1" noChangeArrowheads="1"/>
          </p:cNvSpPr>
          <p:nvPr>
            <p:ph type="ftr" sz="quarter" idx="11"/>
          </p:nvPr>
        </p:nvSpPr>
        <p:spPr>
          <a:ln/>
        </p:spPr>
        <p:txBody>
          <a:bodyPr/>
          <a:lstStyle>
            <a:lvl1pPr>
              <a:defRPr/>
            </a:lvl1pPr>
          </a:lstStyle>
          <a:p>
            <a:pPr>
              <a:defRPr/>
            </a:pPr>
            <a:endParaRPr lang="fi-FI"/>
          </a:p>
        </p:txBody>
      </p:sp>
      <p:sp>
        <p:nvSpPr>
          <p:cNvPr id="7" name="Rectangle 6"/>
          <p:cNvSpPr>
            <a:spLocks noGrp="1" noChangeArrowheads="1"/>
          </p:cNvSpPr>
          <p:nvPr>
            <p:ph type="sldNum" sz="quarter" idx="12"/>
          </p:nvPr>
        </p:nvSpPr>
        <p:spPr>
          <a:ln/>
        </p:spPr>
        <p:txBody>
          <a:bodyPr/>
          <a:lstStyle>
            <a:lvl1pPr>
              <a:defRPr/>
            </a:lvl1pPr>
          </a:lstStyle>
          <a:p>
            <a:fld id="{DAE12028-F1E7-4A1E-B85F-451DD4C69430}" type="slidenum">
              <a:rPr lang="fi-FI" altLang="fi-FI"/>
              <a:pPr/>
              <a:t>‹#›</a:t>
            </a:fld>
            <a:endParaRPr lang="fi-FI" altLang="fi-FI"/>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500" b="1"/>
            </a:lvl1pPr>
          </a:lstStyle>
          <a:p>
            <a:r>
              <a:rPr lang="en-US"/>
              <a:t>Click to edit Master title style</a:t>
            </a:r>
            <a:endParaRPr lang="fi-FI"/>
          </a:p>
        </p:txBody>
      </p:sp>
      <p:sp>
        <p:nvSpPr>
          <p:cNvPr id="3" name="Picture Placeholder 2"/>
          <p:cNvSpPr>
            <a:spLocks noGrp="1"/>
          </p:cNvSpPr>
          <p:nvPr>
            <p:ph type="pic" idx="1"/>
          </p:nvPr>
        </p:nvSpPr>
        <p:spPr>
          <a:xfrm>
            <a:off x="1792288" y="510646"/>
            <a:ext cx="5486400" cy="34290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fi-FI"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i-FI"/>
          </a:p>
        </p:txBody>
      </p:sp>
      <p:sp>
        <p:nvSpPr>
          <p:cNvPr id="6" name="Rectangle 5"/>
          <p:cNvSpPr>
            <a:spLocks noGrp="1" noChangeArrowheads="1"/>
          </p:cNvSpPr>
          <p:nvPr>
            <p:ph type="ftr" sz="quarter" idx="11"/>
          </p:nvPr>
        </p:nvSpPr>
        <p:spPr>
          <a:ln/>
        </p:spPr>
        <p:txBody>
          <a:bodyPr/>
          <a:lstStyle>
            <a:lvl1pPr>
              <a:defRPr/>
            </a:lvl1pPr>
          </a:lstStyle>
          <a:p>
            <a:pPr>
              <a:defRPr/>
            </a:pPr>
            <a:endParaRPr lang="fi-FI"/>
          </a:p>
        </p:txBody>
      </p:sp>
      <p:sp>
        <p:nvSpPr>
          <p:cNvPr id="7" name="Rectangle 6"/>
          <p:cNvSpPr>
            <a:spLocks noGrp="1" noChangeArrowheads="1"/>
          </p:cNvSpPr>
          <p:nvPr>
            <p:ph type="sldNum" sz="quarter" idx="12"/>
          </p:nvPr>
        </p:nvSpPr>
        <p:spPr>
          <a:ln/>
        </p:spPr>
        <p:txBody>
          <a:bodyPr/>
          <a:lstStyle>
            <a:lvl1pPr>
              <a:defRPr/>
            </a:lvl1pPr>
          </a:lstStyle>
          <a:p>
            <a:fld id="{40E79880-0E71-4650-97D8-55EE8414CC76}" type="slidenum">
              <a:rPr lang="fi-FI" altLang="fi-FI"/>
              <a:pPr/>
              <a:t>‹#›</a:t>
            </a:fld>
            <a:endParaRPr lang="fi-FI" altLang="fi-FI"/>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i-FI"/>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778C3E68-A40A-4776-9989-B1CDBA933846}" type="slidenum">
              <a:rPr lang="fi-FI" altLang="fi-FI"/>
              <a:pPr/>
              <a:t>‹#›</a:t>
            </a:fld>
            <a:endParaRPr lang="fi-FI" altLang="fi-FI"/>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6"/>
            <a:ext cx="2057400" cy="4876271"/>
          </a:xfrm>
        </p:spPr>
        <p:txBody>
          <a:bodyPr vert="eaVert"/>
          <a:lstStyle/>
          <a:p>
            <a:r>
              <a:rPr lang="en-US"/>
              <a:t>Click to edit Master title style</a:t>
            </a:r>
            <a:endParaRPr lang="fi-FI"/>
          </a:p>
        </p:txBody>
      </p:sp>
      <p:sp>
        <p:nvSpPr>
          <p:cNvPr id="3" name="Vertical Text Placeholder 2"/>
          <p:cNvSpPr>
            <a:spLocks noGrp="1"/>
          </p:cNvSpPr>
          <p:nvPr>
            <p:ph type="body" orient="vert" idx="1"/>
          </p:nvPr>
        </p:nvSpPr>
        <p:spPr>
          <a:xfrm>
            <a:off x="457200" y="228866"/>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23010864-5A9A-4F6E-B47E-CBAE0AB2B938}" type="slidenum">
              <a:rPr lang="fi-FI" altLang="fi-FI"/>
              <a:pPr/>
              <a:t>‹#›</a:t>
            </a:fld>
            <a:endParaRPr lang="fi-FI" altLang="fi-FI"/>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i-FI" altLang="fi-FI"/>
              <a:t>Click to edit Master title style</a:t>
            </a:r>
          </a:p>
        </p:txBody>
      </p:sp>
      <p:sp>
        <p:nvSpPr>
          <p:cNvPr id="1027" name="Rectangle 3"/>
          <p:cNvSpPr>
            <a:spLocks noGrp="1" noChangeArrowheads="1"/>
          </p:cNvSpPr>
          <p:nvPr>
            <p:ph type="body" idx="1"/>
          </p:nvPr>
        </p:nvSpPr>
        <p:spPr bwMode="auto">
          <a:xfrm>
            <a:off x="457200" y="1333501"/>
            <a:ext cx="8229600" cy="37716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i-FI" altLang="fi-FI"/>
              <a:t>Click to edit Master text styles</a:t>
            </a:r>
          </a:p>
          <a:p>
            <a:pPr lvl="1"/>
            <a:r>
              <a:rPr lang="fi-FI" altLang="fi-FI"/>
              <a:t>Second level</a:t>
            </a:r>
          </a:p>
          <a:p>
            <a:pPr lvl="2"/>
            <a:r>
              <a:rPr lang="fi-FI" altLang="fi-FI"/>
              <a:t>Third level</a:t>
            </a:r>
          </a:p>
          <a:p>
            <a:pPr lvl="3"/>
            <a:r>
              <a:rPr lang="fi-FI" altLang="fi-FI"/>
              <a:t>Fourth level</a:t>
            </a:r>
          </a:p>
          <a:p>
            <a:pPr lvl="4"/>
            <a:r>
              <a:rPr lang="fi-FI" altLang="fi-FI"/>
              <a:t>Fifth level</a:t>
            </a:r>
          </a:p>
        </p:txBody>
      </p:sp>
      <p:sp>
        <p:nvSpPr>
          <p:cNvPr id="1028" name="Rectangle 4"/>
          <p:cNvSpPr>
            <a:spLocks noGrp="1" noChangeArrowheads="1"/>
          </p:cNvSpPr>
          <p:nvPr>
            <p:ph type="dt" sz="half" idx="2"/>
          </p:nvPr>
        </p:nvSpPr>
        <p:spPr bwMode="auto">
          <a:xfrm>
            <a:off x="457200" y="5204354"/>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50">
                <a:latin typeface="Arial" charset="0"/>
              </a:defRPr>
            </a:lvl1pPr>
          </a:lstStyle>
          <a:p>
            <a:pPr>
              <a:defRPr/>
            </a:pPr>
            <a:endParaRPr lang="fi-FI"/>
          </a:p>
        </p:txBody>
      </p:sp>
      <p:sp>
        <p:nvSpPr>
          <p:cNvPr id="1029" name="Rectangle 5"/>
          <p:cNvSpPr>
            <a:spLocks noGrp="1" noChangeArrowheads="1"/>
          </p:cNvSpPr>
          <p:nvPr>
            <p:ph type="ftr" sz="quarter" idx="3"/>
          </p:nvPr>
        </p:nvSpPr>
        <p:spPr bwMode="auto">
          <a:xfrm>
            <a:off x="3124200" y="5204354"/>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endParaRPr lang="fi-FI"/>
          </a:p>
        </p:txBody>
      </p:sp>
      <p:sp>
        <p:nvSpPr>
          <p:cNvPr id="1030" name="Rectangle 6"/>
          <p:cNvSpPr>
            <a:spLocks noGrp="1" noChangeArrowheads="1"/>
          </p:cNvSpPr>
          <p:nvPr>
            <p:ph type="sldNum" sz="quarter" idx="4"/>
          </p:nvPr>
        </p:nvSpPr>
        <p:spPr bwMode="auto">
          <a:xfrm>
            <a:off x="6553200" y="5204354"/>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50"/>
            </a:lvl1pPr>
          </a:lstStyle>
          <a:p>
            <a:fld id="{4AC76498-EACA-43E9-8480-A445105124D6}" type="slidenum">
              <a:rPr lang="fi-FI" altLang="fi-FI"/>
              <a:pPr/>
              <a:t>‹#›</a:t>
            </a:fld>
            <a:endParaRPr lang="fi-FI" alt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1200">
          <a:solidFill>
            <a:schemeClr val="tx1"/>
          </a:solidFill>
          <a:latin typeface="+mn-lt"/>
          <a:ea typeface="+mn-ea"/>
          <a:cs typeface="+mn-cs"/>
        </a:defRPr>
      </a:lvl1pPr>
      <a:lvl2pPr marL="557213" indent="-214313" algn="l" rtl="0" eaLnBrk="0" fontAlgn="base" hangingPunct="0">
        <a:spcBef>
          <a:spcPct val="20000"/>
        </a:spcBef>
        <a:spcAft>
          <a:spcPct val="0"/>
        </a:spcAft>
        <a:buChar char="–"/>
        <a:defRPr sz="1200">
          <a:solidFill>
            <a:schemeClr val="tx1"/>
          </a:solidFill>
          <a:latin typeface="+mn-lt"/>
        </a:defRPr>
      </a:lvl2pPr>
      <a:lvl3pPr marL="857250" indent="-171450" algn="l" rtl="0" eaLnBrk="0" fontAlgn="base" hangingPunct="0">
        <a:spcBef>
          <a:spcPct val="20000"/>
        </a:spcBef>
        <a:spcAft>
          <a:spcPct val="0"/>
        </a:spcAft>
        <a:buChar char="•"/>
        <a:defRPr sz="1200">
          <a:solidFill>
            <a:schemeClr val="tx1"/>
          </a:solidFill>
          <a:latin typeface="+mn-lt"/>
        </a:defRPr>
      </a:lvl3pPr>
      <a:lvl4pPr marL="1200150" indent="-171450" algn="l" rtl="0" eaLnBrk="0" fontAlgn="base" hangingPunct="0">
        <a:spcBef>
          <a:spcPct val="20000"/>
        </a:spcBef>
        <a:spcAft>
          <a:spcPct val="0"/>
        </a:spcAft>
        <a:buChar char="–"/>
        <a:defRPr sz="1200">
          <a:solidFill>
            <a:schemeClr val="tx1"/>
          </a:solidFill>
          <a:latin typeface="+mn-lt"/>
        </a:defRPr>
      </a:lvl4pPr>
      <a:lvl5pPr marL="1543050" indent="-171450" algn="l" rtl="0" eaLnBrk="0" fontAlgn="base" hangingPunct="0">
        <a:spcBef>
          <a:spcPct val="20000"/>
        </a:spcBef>
        <a:spcAft>
          <a:spcPct val="0"/>
        </a:spcAft>
        <a:buChar char="»"/>
        <a:defRPr sz="12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fi-FI"/>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analog.com/en/design-center/design-tools-and-calculators/ltspice-simulator.html" TargetMode="External"/><Relationship Id="rId2" Type="http://schemas.openxmlformats.org/officeDocument/2006/relationships/hyperlink" Target="https://www.falstad.com/circuit/" TargetMode="External"/><Relationship Id="rId1" Type="http://schemas.openxmlformats.org/officeDocument/2006/relationships/slideLayout" Target="../slideLayouts/slideLayout2.xml"/><Relationship Id="rId4" Type="http://schemas.openxmlformats.org/officeDocument/2006/relationships/hyperlink" Target="https://qucs.sourceforge.net/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kicad.org/" TargetMode="External"/><Relationship Id="rId2" Type="http://schemas.openxmlformats.org/officeDocument/2006/relationships/hyperlink" Target="https://www.kicad.or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ocs.kicad.or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freecad.org/"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mailto:jaakko.huikari@oulu.fi" TargetMode="External"/><Relationship Id="rId2" Type="http://schemas.openxmlformats.org/officeDocument/2006/relationships/hyperlink" Target="mailto:marko.kauppinen@oulu.fi"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F5B546-2072-1465-66D2-3A798B5B3591}"/>
              </a:ext>
            </a:extLst>
          </p:cNvPr>
          <p:cNvSpPr txBox="1"/>
          <p:nvPr/>
        </p:nvSpPr>
        <p:spPr>
          <a:xfrm>
            <a:off x="3594810" y="5345668"/>
            <a:ext cx="1954381" cy="369332"/>
          </a:xfrm>
          <a:prstGeom prst="rect">
            <a:avLst/>
          </a:prstGeom>
          <a:noFill/>
        </p:spPr>
        <p:txBody>
          <a:bodyPr wrap="none" rtlCol="0">
            <a:spAutoFit/>
          </a:bodyPr>
          <a:lstStyle/>
          <a:p>
            <a:pPr algn="ctr"/>
            <a:r>
              <a:rPr lang="fi-FI" dirty="0" err="1"/>
              <a:t>Spring</a:t>
            </a:r>
            <a:r>
              <a:rPr lang="fi-FI" dirty="0"/>
              <a:t> </a:t>
            </a:r>
            <a:r>
              <a:rPr lang="fi-FI" dirty="0" err="1"/>
              <a:t>term</a:t>
            </a:r>
            <a:r>
              <a:rPr lang="fi-FI" dirty="0"/>
              <a:t> 2026</a:t>
            </a:r>
          </a:p>
        </p:txBody>
      </p:sp>
      <p:sp>
        <p:nvSpPr>
          <p:cNvPr id="3" name="TextBox 2">
            <a:extLst>
              <a:ext uri="{FF2B5EF4-FFF2-40B4-BE49-F238E27FC236}">
                <a16:creationId xmlns:a16="http://schemas.microsoft.com/office/drawing/2014/main" id="{485DA4AE-D52B-22D5-35D4-9F3368A21520}"/>
              </a:ext>
            </a:extLst>
          </p:cNvPr>
          <p:cNvSpPr txBox="1"/>
          <p:nvPr/>
        </p:nvSpPr>
        <p:spPr>
          <a:xfrm>
            <a:off x="0" y="2353951"/>
            <a:ext cx="9143999" cy="1200329"/>
          </a:xfrm>
          <a:prstGeom prst="rect">
            <a:avLst/>
          </a:prstGeom>
          <a:noFill/>
        </p:spPr>
        <p:txBody>
          <a:bodyPr wrap="square" rtlCol="0">
            <a:spAutoFit/>
          </a:bodyPr>
          <a:lstStyle/>
          <a:p>
            <a:pPr algn="ctr"/>
            <a:r>
              <a:rPr lang="en-US" altLang="fi-FI" sz="2400" dirty="0"/>
              <a:t>Lecture 3</a:t>
            </a:r>
            <a:br>
              <a:rPr lang="en-US" altLang="fi-FI" sz="2400" dirty="0"/>
            </a:br>
            <a:br>
              <a:rPr lang="en-US" altLang="fi-FI" sz="2400" b="1" dirty="0"/>
            </a:br>
            <a:r>
              <a:rPr lang="it-IT" altLang="fi-FI" sz="2400" b="1" dirty="0"/>
              <a:t>Hardware design, implementation and testing</a:t>
            </a:r>
            <a:endParaRPr lang="fi-FI" sz="2400" b="1" dirty="0"/>
          </a:p>
        </p:txBody>
      </p:sp>
      <p:sp>
        <p:nvSpPr>
          <p:cNvPr id="5" name="Title 1">
            <a:extLst>
              <a:ext uri="{FF2B5EF4-FFF2-40B4-BE49-F238E27FC236}">
                <a16:creationId xmlns:a16="http://schemas.microsoft.com/office/drawing/2014/main" id="{C1611D59-15AD-86D4-CFBF-8F89907D378F}"/>
              </a:ext>
            </a:extLst>
          </p:cNvPr>
          <p:cNvSpPr txBox="1">
            <a:spLocks/>
          </p:cNvSpPr>
          <p:nvPr/>
        </p:nvSpPr>
        <p:spPr bwMode="auto">
          <a:xfrm>
            <a:off x="1485900" y="491729"/>
            <a:ext cx="6172200" cy="85725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n-US" altLang="fi-FI" sz="2800" b="1" dirty="0"/>
              <a:t>Embedded System Project (521423S-3006)</a:t>
            </a:r>
            <a:endParaRPr lang="fi-FI" sz="2800" kern="0" dirty="0"/>
          </a:p>
        </p:txBody>
      </p:sp>
      <p:sp>
        <p:nvSpPr>
          <p:cNvPr id="9" name="TextBox 8">
            <a:extLst>
              <a:ext uri="{FF2B5EF4-FFF2-40B4-BE49-F238E27FC236}">
                <a16:creationId xmlns:a16="http://schemas.microsoft.com/office/drawing/2014/main" id="{A8C48E2C-B637-12DD-F4C6-F2F922BACC5C}"/>
              </a:ext>
            </a:extLst>
          </p:cNvPr>
          <p:cNvSpPr txBox="1"/>
          <p:nvPr/>
        </p:nvSpPr>
        <p:spPr>
          <a:xfrm>
            <a:off x="5871517" y="4699336"/>
            <a:ext cx="2444900" cy="646331"/>
          </a:xfrm>
          <a:prstGeom prst="rect">
            <a:avLst/>
          </a:prstGeom>
          <a:noFill/>
        </p:spPr>
        <p:txBody>
          <a:bodyPr wrap="none" rtlCol="0">
            <a:spAutoFit/>
          </a:bodyPr>
          <a:lstStyle/>
          <a:p>
            <a:pPr algn="ctr"/>
            <a:r>
              <a:rPr lang="fi-FI" dirty="0"/>
              <a:t>Jaakko Huikari</a:t>
            </a:r>
          </a:p>
          <a:p>
            <a:pPr algn="ctr"/>
            <a:r>
              <a:rPr lang="fi-FI" dirty="0"/>
              <a:t>jaakko.huikari@oulu.fi</a:t>
            </a:r>
          </a:p>
        </p:txBody>
      </p:sp>
      <p:sp>
        <p:nvSpPr>
          <p:cNvPr id="10" name="TextBox 9">
            <a:extLst>
              <a:ext uri="{FF2B5EF4-FFF2-40B4-BE49-F238E27FC236}">
                <a16:creationId xmlns:a16="http://schemas.microsoft.com/office/drawing/2014/main" id="{380E321D-570F-DAE2-FE0E-1DB97DF0B1B6}"/>
              </a:ext>
            </a:extLst>
          </p:cNvPr>
          <p:cNvSpPr txBox="1"/>
          <p:nvPr/>
        </p:nvSpPr>
        <p:spPr>
          <a:xfrm>
            <a:off x="468511" y="4699256"/>
            <a:ext cx="2803973" cy="646331"/>
          </a:xfrm>
          <a:prstGeom prst="rect">
            <a:avLst/>
          </a:prstGeom>
          <a:noFill/>
        </p:spPr>
        <p:txBody>
          <a:bodyPr wrap="none" rtlCol="0">
            <a:spAutoFit/>
          </a:bodyPr>
          <a:lstStyle/>
          <a:p>
            <a:pPr algn="ctr"/>
            <a:r>
              <a:rPr lang="fi-FI" dirty="0"/>
              <a:t>Marko Kauppinen</a:t>
            </a:r>
          </a:p>
          <a:p>
            <a:pPr algn="ctr"/>
            <a:r>
              <a:rPr lang="fi-FI" dirty="0"/>
              <a:t>marko.kauppinen@oulu.fi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B548F-8CC5-F706-F6C0-5A37660E6B11}"/>
              </a:ext>
            </a:extLst>
          </p:cNvPr>
          <p:cNvSpPr>
            <a:spLocks noGrp="1"/>
          </p:cNvSpPr>
          <p:nvPr>
            <p:ph type="title"/>
          </p:nvPr>
        </p:nvSpPr>
        <p:spPr/>
        <p:txBody>
          <a:bodyPr/>
          <a:lstStyle/>
          <a:p>
            <a:r>
              <a:rPr lang="fi-FI" dirty="0" err="1"/>
              <a:t>Table</a:t>
            </a:r>
            <a:r>
              <a:rPr lang="fi-FI" dirty="0"/>
              <a:t> of </a:t>
            </a:r>
            <a:r>
              <a:rPr lang="fi-FI" dirty="0" err="1"/>
              <a:t>contents</a:t>
            </a:r>
            <a:endParaRPr lang="fi-FI" dirty="0"/>
          </a:p>
        </p:txBody>
      </p:sp>
      <p:sp>
        <p:nvSpPr>
          <p:cNvPr id="3" name="Content Placeholder 2">
            <a:extLst>
              <a:ext uri="{FF2B5EF4-FFF2-40B4-BE49-F238E27FC236}">
                <a16:creationId xmlns:a16="http://schemas.microsoft.com/office/drawing/2014/main" id="{76F18AE9-C91C-C857-CFAE-7AD58E00FAC3}"/>
              </a:ext>
            </a:extLst>
          </p:cNvPr>
          <p:cNvSpPr>
            <a:spLocks noGrp="1"/>
          </p:cNvSpPr>
          <p:nvPr>
            <p:ph idx="1"/>
          </p:nvPr>
        </p:nvSpPr>
        <p:spPr>
          <a:xfrm>
            <a:off x="1485900" y="999846"/>
            <a:ext cx="6172200" cy="3585846"/>
          </a:xfrm>
        </p:spPr>
        <p:txBody>
          <a:bodyPr/>
          <a:lstStyle/>
          <a:p>
            <a:pPr>
              <a:buFont typeface="+mj-lt"/>
              <a:buAutoNum type="arabicPeriod"/>
            </a:pPr>
            <a:r>
              <a:rPr lang="fi-FI" dirty="0"/>
              <a:t> Design </a:t>
            </a:r>
            <a:r>
              <a:rPr lang="fi-FI" dirty="0" err="1"/>
              <a:t>phases</a:t>
            </a:r>
            <a:endParaRPr lang="fi-FI" dirty="0"/>
          </a:p>
          <a:p>
            <a:pPr>
              <a:buFont typeface="+mj-lt"/>
              <a:buAutoNum type="arabicPeriod"/>
            </a:pPr>
            <a:r>
              <a:rPr lang="fi-FI" dirty="0"/>
              <a:t> </a:t>
            </a:r>
            <a:r>
              <a:rPr lang="fi-FI" dirty="0" err="1"/>
              <a:t>Achievements</a:t>
            </a:r>
            <a:r>
              <a:rPr lang="fi-FI" dirty="0"/>
              <a:t> in </a:t>
            </a:r>
            <a:r>
              <a:rPr lang="fi-FI" dirty="0" err="1"/>
              <a:t>the</a:t>
            </a:r>
            <a:r>
              <a:rPr lang="fi-FI" dirty="0"/>
              <a:t> </a:t>
            </a:r>
            <a:r>
              <a:rPr lang="fi-FI" dirty="0" err="1"/>
              <a:t>project</a:t>
            </a:r>
            <a:r>
              <a:rPr lang="fi-FI" dirty="0"/>
              <a:t> </a:t>
            </a:r>
            <a:r>
              <a:rPr lang="fi-FI" dirty="0" err="1"/>
              <a:t>so</a:t>
            </a:r>
            <a:r>
              <a:rPr lang="fi-FI" dirty="0"/>
              <a:t> </a:t>
            </a:r>
            <a:r>
              <a:rPr lang="fi-FI" dirty="0" err="1"/>
              <a:t>far</a:t>
            </a:r>
            <a:endParaRPr lang="fi-FI" dirty="0"/>
          </a:p>
          <a:p>
            <a:pPr>
              <a:buFont typeface="+mj-lt"/>
              <a:buAutoNum type="arabicPeriod"/>
            </a:pPr>
            <a:r>
              <a:rPr lang="fi-FI" dirty="0"/>
              <a:t> </a:t>
            </a:r>
            <a:r>
              <a:rPr lang="fi-FI" dirty="0" err="1"/>
              <a:t>Summary</a:t>
            </a:r>
            <a:r>
              <a:rPr lang="fi-FI" dirty="0"/>
              <a:t> of </a:t>
            </a:r>
            <a:r>
              <a:rPr lang="fi-FI" dirty="0" err="1"/>
              <a:t>Phase</a:t>
            </a:r>
            <a:r>
              <a:rPr lang="fi-FI" dirty="0"/>
              <a:t> 2</a:t>
            </a:r>
          </a:p>
          <a:p>
            <a:pPr>
              <a:buFont typeface="+mj-lt"/>
              <a:buAutoNum type="arabicPeriod"/>
            </a:pPr>
            <a:r>
              <a:rPr lang="fi-FI" dirty="0"/>
              <a:t> </a:t>
            </a:r>
            <a:r>
              <a:rPr lang="fi-FI" dirty="0" err="1"/>
              <a:t>Electrical</a:t>
            </a:r>
            <a:r>
              <a:rPr lang="fi-FI" dirty="0"/>
              <a:t> </a:t>
            </a:r>
            <a:r>
              <a:rPr lang="fi-FI" dirty="0" err="1"/>
              <a:t>circuit</a:t>
            </a:r>
            <a:r>
              <a:rPr lang="fi-FI" dirty="0"/>
              <a:t> </a:t>
            </a:r>
            <a:r>
              <a:rPr lang="fi-FI" dirty="0" err="1"/>
              <a:t>simulator</a:t>
            </a:r>
            <a:endParaRPr lang="en-US" dirty="0"/>
          </a:p>
          <a:p>
            <a:pPr>
              <a:buFont typeface="+mj-lt"/>
              <a:buAutoNum type="arabicPeriod"/>
            </a:pPr>
            <a:r>
              <a:rPr lang="en-US" dirty="0"/>
              <a:t> Initial component selection</a:t>
            </a:r>
            <a:endParaRPr lang="fi-FI" dirty="0"/>
          </a:p>
          <a:p>
            <a:pPr>
              <a:buFont typeface="+mj-lt"/>
              <a:buAutoNum type="arabicPeriod"/>
            </a:pPr>
            <a:r>
              <a:rPr lang="fi-FI" dirty="0"/>
              <a:t> </a:t>
            </a:r>
            <a:r>
              <a:rPr lang="fi-FI" dirty="0" err="1"/>
              <a:t>KiCad</a:t>
            </a:r>
            <a:r>
              <a:rPr lang="fi-FI" dirty="0"/>
              <a:t> EDA (Electronic Design </a:t>
            </a:r>
            <a:r>
              <a:rPr lang="fi-FI" dirty="0" err="1"/>
              <a:t>Automation</a:t>
            </a:r>
            <a:r>
              <a:rPr lang="fi-FI" dirty="0"/>
              <a:t>)</a:t>
            </a:r>
          </a:p>
          <a:p>
            <a:pPr>
              <a:buFont typeface="+mj-lt"/>
              <a:buAutoNum type="arabicPeriod"/>
            </a:pPr>
            <a:r>
              <a:rPr lang="en-US" dirty="0"/>
              <a:t> </a:t>
            </a:r>
            <a:r>
              <a:rPr lang="en-US" dirty="0" err="1"/>
              <a:t>KiCad</a:t>
            </a:r>
            <a:r>
              <a:rPr lang="en-US" dirty="0"/>
              <a:t> schematics design</a:t>
            </a:r>
          </a:p>
          <a:p>
            <a:pPr>
              <a:buFont typeface="+mj-lt"/>
              <a:buAutoNum type="arabicPeriod"/>
            </a:pPr>
            <a:r>
              <a:rPr lang="en-US" dirty="0"/>
              <a:t> Ordering components</a:t>
            </a:r>
          </a:p>
          <a:p>
            <a:pPr>
              <a:buFont typeface="+mj-lt"/>
              <a:buAutoNum type="arabicPeriod"/>
            </a:pPr>
            <a:r>
              <a:rPr lang="en-US" dirty="0"/>
              <a:t> </a:t>
            </a:r>
            <a:r>
              <a:rPr lang="en-US" dirty="0" err="1"/>
              <a:t>KiCad</a:t>
            </a:r>
            <a:r>
              <a:rPr lang="en-US" dirty="0"/>
              <a:t> layout design</a:t>
            </a:r>
          </a:p>
          <a:p>
            <a:pPr>
              <a:buFont typeface="+mj-lt"/>
              <a:buAutoNum type="arabicPeriod"/>
            </a:pPr>
            <a:r>
              <a:rPr lang="en-US" dirty="0"/>
              <a:t> Fabrication outputs</a:t>
            </a:r>
          </a:p>
          <a:p>
            <a:pPr>
              <a:buFont typeface="+mj-lt"/>
              <a:buAutoNum type="arabicPeriod"/>
            </a:pPr>
            <a:r>
              <a:rPr lang="en-US" dirty="0"/>
              <a:t> Component placement on PCB</a:t>
            </a:r>
          </a:p>
          <a:p>
            <a:pPr>
              <a:buFont typeface="+mj-lt"/>
              <a:buAutoNum type="arabicPeriod"/>
            </a:pPr>
            <a:r>
              <a:rPr lang="en-US" dirty="0"/>
              <a:t> Hardware testing</a:t>
            </a:r>
          </a:p>
          <a:p>
            <a:pPr>
              <a:buFont typeface="+mj-lt"/>
              <a:buAutoNum type="arabicPeriod"/>
            </a:pPr>
            <a:r>
              <a:rPr lang="en-US" dirty="0"/>
              <a:t> Casing</a:t>
            </a:r>
          </a:p>
          <a:p>
            <a:pPr>
              <a:buFont typeface="+mj-lt"/>
              <a:buAutoNum type="arabicPeriod"/>
            </a:pPr>
            <a:r>
              <a:rPr lang="fi-FI" dirty="0"/>
              <a:t> Project </a:t>
            </a:r>
            <a:r>
              <a:rPr lang="fi-FI" dirty="0" err="1"/>
              <a:t>budget</a:t>
            </a:r>
            <a:r>
              <a:rPr lang="fi-FI" dirty="0"/>
              <a:t> and HW </a:t>
            </a:r>
            <a:r>
              <a:rPr lang="fi-FI" dirty="0" err="1"/>
              <a:t>ownership</a:t>
            </a:r>
            <a:endParaRPr lang="fi-FI" dirty="0"/>
          </a:p>
          <a:p>
            <a:pPr>
              <a:buFont typeface="+mj-lt"/>
              <a:buAutoNum type="arabicPeriod"/>
            </a:pPr>
            <a:r>
              <a:rPr lang="fi-FI" dirty="0"/>
              <a:t> HW design </a:t>
            </a:r>
            <a:r>
              <a:rPr lang="fi-FI" dirty="0" err="1"/>
              <a:t>support</a:t>
            </a:r>
            <a:endParaRPr lang="fi-FI" dirty="0"/>
          </a:p>
          <a:p>
            <a:pPr>
              <a:buFont typeface="+mj-lt"/>
              <a:buAutoNum type="arabicPeriod"/>
            </a:pPr>
            <a:r>
              <a:rPr lang="fi-FI" dirty="0"/>
              <a:t> </a:t>
            </a:r>
            <a:r>
              <a:rPr lang="fi-FI" dirty="0" err="1"/>
              <a:t>Discussion</a:t>
            </a:r>
            <a:endParaRPr lang="en-US" dirty="0"/>
          </a:p>
          <a:p>
            <a:pPr>
              <a:buFont typeface="+mj-lt"/>
              <a:buAutoNum type="arabicPeriod"/>
            </a:pPr>
            <a:endParaRPr lang="en-US" dirty="0"/>
          </a:p>
        </p:txBody>
      </p:sp>
    </p:spTree>
    <p:extLst>
      <p:ext uri="{BB962C8B-B14F-4D97-AF65-F5344CB8AC3E}">
        <p14:creationId xmlns:p14="http://schemas.microsoft.com/office/powerpoint/2010/main" val="1943774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fi-FI" dirty="0"/>
              <a:t>Design phases</a:t>
            </a:r>
          </a:p>
        </p:txBody>
      </p:sp>
      <p:sp>
        <p:nvSpPr>
          <p:cNvPr id="4099" name="Content Placeholder 2"/>
          <p:cNvSpPr>
            <a:spLocks noGrp="1"/>
          </p:cNvSpPr>
          <p:nvPr>
            <p:ph idx="1"/>
          </p:nvPr>
        </p:nvSpPr>
        <p:spPr>
          <a:xfrm>
            <a:off x="4950619" y="1398985"/>
            <a:ext cx="2977754" cy="3394472"/>
          </a:xfrm>
        </p:spPr>
        <p:txBody>
          <a:bodyPr/>
          <a:lstStyle/>
          <a:p>
            <a:pPr marL="342900" indent="-342900">
              <a:buNone/>
            </a:pPr>
            <a:r>
              <a:rPr lang="en-US" altLang="fi-FI" sz="1200" dirty="0"/>
              <a:t>In practice:</a:t>
            </a:r>
          </a:p>
          <a:p>
            <a:pPr marL="342900" indent="-342900">
              <a:buFontTx/>
              <a:buAutoNum type="arabicPeriod"/>
            </a:pPr>
            <a:r>
              <a:rPr lang="en-US" altLang="fi-FI" sz="1200" dirty="0"/>
              <a:t>Requirement specification, Technical specification, test plan, Schedule</a:t>
            </a:r>
            <a:br>
              <a:rPr lang="en-US" altLang="fi-FI" sz="1200" dirty="0"/>
            </a:br>
            <a:endParaRPr lang="en-US" altLang="fi-FI" sz="1200" dirty="0"/>
          </a:p>
          <a:p>
            <a:pPr marL="342900" indent="-342900">
              <a:buFontTx/>
              <a:buAutoNum type="arabicPeriod"/>
            </a:pPr>
            <a:r>
              <a:rPr lang="en-US" altLang="fi-FI" sz="1200" dirty="0"/>
              <a:t>Schematics, component ordering</a:t>
            </a:r>
            <a:br>
              <a:rPr lang="en-US" altLang="fi-FI" sz="1200" dirty="0"/>
            </a:br>
            <a:endParaRPr lang="en-US" altLang="fi-FI" sz="1200" dirty="0"/>
          </a:p>
          <a:p>
            <a:pPr marL="342900" indent="-342900">
              <a:buFontTx/>
              <a:buAutoNum type="arabicPeriod"/>
            </a:pPr>
            <a:r>
              <a:rPr lang="en-US" altLang="fi-FI" sz="1200" dirty="0"/>
              <a:t>Layout and manufacturing files, PCB ordering</a:t>
            </a:r>
            <a:br>
              <a:rPr lang="en-US" altLang="fi-FI" sz="1200" dirty="0"/>
            </a:br>
            <a:endParaRPr lang="en-US" altLang="fi-FI" sz="1200" dirty="0"/>
          </a:p>
          <a:p>
            <a:pPr marL="342900" indent="-342900">
              <a:buFontTx/>
              <a:buAutoNum type="arabicPeriod"/>
            </a:pPr>
            <a:r>
              <a:rPr lang="en-US" altLang="fi-FI" sz="1200" dirty="0"/>
              <a:t>Populating the board and electrical testing</a:t>
            </a:r>
            <a:br>
              <a:rPr lang="en-US" altLang="fi-FI" sz="1200" dirty="0"/>
            </a:br>
            <a:endParaRPr lang="en-US" altLang="fi-FI" sz="1200" dirty="0"/>
          </a:p>
          <a:p>
            <a:pPr marL="342900" indent="-342900">
              <a:buFontTx/>
              <a:buAutoNum type="arabicPeriod"/>
            </a:pPr>
            <a:r>
              <a:rPr lang="en-US" altLang="fi-FI" sz="1200" dirty="0"/>
              <a:t>Programming software and testing</a:t>
            </a:r>
            <a:br>
              <a:rPr lang="en-US" altLang="fi-FI" sz="1200" dirty="0"/>
            </a:br>
            <a:endParaRPr lang="en-US" altLang="fi-FI" sz="1200" dirty="0"/>
          </a:p>
          <a:p>
            <a:pPr marL="342900" indent="-342900">
              <a:buFontTx/>
              <a:buAutoNum type="arabicPeriod"/>
            </a:pPr>
            <a:r>
              <a:rPr lang="en-US" altLang="fi-FI" sz="1200" dirty="0"/>
              <a:t>Final demonstration and Final report</a:t>
            </a:r>
          </a:p>
        </p:txBody>
      </p:sp>
      <p:pic>
        <p:nvPicPr>
          <p:cNvPr id="4100" name="Picture 4"/>
          <p:cNvPicPr>
            <a:picLocks noChangeAspect="1" noChangeArrowheads="1"/>
          </p:cNvPicPr>
          <p:nvPr/>
        </p:nvPicPr>
        <p:blipFill>
          <a:blip r:embed="rId2" cstate="print"/>
          <a:srcRect/>
          <a:stretch>
            <a:fillRect/>
          </a:stretch>
        </p:blipFill>
        <p:spPr bwMode="auto">
          <a:xfrm>
            <a:off x="1143001" y="1398985"/>
            <a:ext cx="3499247" cy="3394472"/>
          </a:xfrm>
          <a:prstGeom prst="rect">
            <a:avLst/>
          </a:prstGeom>
          <a:noFill/>
          <a:ln w="9525">
            <a:noFill/>
            <a:miter lim="800000"/>
            <a:headEnd/>
            <a:tailEnd/>
          </a:ln>
        </p:spPr>
      </p:pic>
      <p:sp>
        <p:nvSpPr>
          <p:cNvPr id="5" name="Oval 4"/>
          <p:cNvSpPr/>
          <p:nvPr/>
        </p:nvSpPr>
        <p:spPr>
          <a:xfrm>
            <a:off x="2163772" y="1777380"/>
            <a:ext cx="785302" cy="2538282"/>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Oval 5"/>
          <p:cNvSpPr/>
          <p:nvPr/>
        </p:nvSpPr>
        <p:spPr>
          <a:xfrm>
            <a:off x="4637334" y="2097376"/>
            <a:ext cx="3458144" cy="1872208"/>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1E168-B9AE-0817-6AFD-355ABF8A1744}"/>
              </a:ext>
            </a:extLst>
          </p:cNvPr>
          <p:cNvSpPr>
            <a:spLocks noGrp="1"/>
          </p:cNvSpPr>
          <p:nvPr>
            <p:ph type="title"/>
          </p:nvPr>
        </p:nvSpPr>
        <p:spPr/>
        <p:txBody>
          <a:bodyPr/>
          <a:lstStyle/>
          <a:p>
            <a:r>
              <a:rPr lang="fi-FI" dirty="0" err="1"/>
              <a:t>Achievements</a:t>
            </a:r>
            <a:r>
              <a:rPr lang="fi-FI" dirty="0"/>
              <a:t> in </a:t>
            </a:r>
            <a:r>
              <a:rPr lang="fi-FI" dirty="0" err="1"/>
              <a:t>the</a:t>
            </a:r>
            <a:r>
              <a:rPr lang="fi-FI" dirty="0"/>
              <a:t> </a:t>
            </a:r>
            <a:r>
              <a:rPr lang="fi-FI" dirty="0" err="1"/>
              <a:t>project</a:t>
            </a:r>
            <a:r>
              <a:rPr lang="fi-FI" dirty="0"/>
              <a:t> </a:t>
            </a:r>
            <a:r>
              <a:rPr lang="fi-FI" dirty="0" err="1"/>
              <a:t>so</a:t>
            </a:r>
            <a:r>
              <a:rPr lang="fi-FI" dirty="0"/>
              <a:t> </a:t>
            </a:r>
            <a:r>
              <a:rPr lang="fi-FI" dirty="0" err="1"/>
              <a:t>far</a:t>
            </a:r>
            <a:endParaRPr lang="fi-FI" dirty="0"/>
          </a:p>
        </p:txBody>
      </p:sp>
      <p:sp>
        <p:nvSpPr>
          <p:cNvPr id="3" name="Content Placeholder 2">
            <a:extLst>
              <a:ext uri="{FF2B5EF4-FFF2-40B4-BE49-F238E27FC236}">
                <a16:creationId xmlns:a16="http://schemas.microsoft.com/office/drawing/2014/main" id="{AF7719A5-06D1-16F7-FF0A-4BA549E70EC1}"/>
              </a:ext>
            </a:extLst>
          </p:cNvPr>
          <p:cNvSpPr>
            <a:spLocks noGrp="1"/>
          </p:cNvSpPr>
          <p:nvPr>
            <p:ph idx="1"/>
          </p:nvPr>
        </p:nvSpPr>
        <p:spPr/>
        <p:txBody>
          <a:bodyPr/>
          <a:lstStyle/>
          <a:p>
            <a:r>
              <a:rPr lang="en-US" altLang="fi-FI" dirty="0"/>
              <a:t>Grouping up and topic selection has been completed</a:t>
            </a:r>
          </a:p>
          <a:p>
            <a:pPr lvl="1"/>
            <a:r>
              <a:rPr lang="en-US" altLang="fi-FI" dirty="0"/>
              <a:t>Form a group of ~three</a:t>
            </a:r>
          </a:p>
          <a:p>
            <a:pPr lvl="1"/>
            <a:r>
              <a:rPr lang="en-US" altLang="fi-FI" dirty="0"/>
              <a:t>Select a topic from the list</a:t>
            </a:r>
          </a:p>
          <a:p>
            <a:pPr lvl="1"/>
            <a:r>
              <a:rPr lang="en-US" altLang="fi-FI" dirty="0"/>
              <a:t>Outline the main functionality of the device</a:t>
            </a:r>
          </a:p>
          <a:p>
            <a:pPr lvl="1"/>
            <a:r>
              <a:rPr lang="en-US" altLang="fi-FI" dirty="0"/>
              <a:t>Topic selection documentation submitted</a:t>
            </a:r>
          </a:p>
          <a:p>
            <a:endParaRPr lang="en-US" altLang="fi-FI" dirty="0"/>
          </a:p>
          <a:p>
            <a:r>
              <a:rPr lang="en-US" altLang="fi-FI" dirty="0"/>
              <a:t>Phase 1 has been mainly completed</a:t>
            </a:r>
          </a:p>
          <a:p>
            <a:pPr lvl="1"/>
            <a:r>
              <a:rPr lang="en-US" altLang="fi-FI" dirty="0"/>
              <a:t>Requirement and technical specifications mainly defined</a:t>
            </a:r>
          </a:p>
          <a:p>
            <a:pPr lvl="1"/>
            <a:r>
              <a:rPr lang="en-US" altLang="fi-FI" dirty="0"/>
              <a:t>Component selection mainly fixed</a:t>
            </a:r>
          </a:p>
          <a:p>
            <a:pPr lvl="1"/>
            <a:r>
              <a:rPr lang="en-US" altLang="fi-FI" dirty="0"/>
              <a:t>Test plan, project schedule etc.</a:t>
            </a:r>
          </a:p>
          <a:p>
            <a:pPr lvl="1"/>
            <a:r>
              <a:rPr lang="en-US" altLang="fi-FI" dirty="0"/>
              <a:t>Phase 1 documentation</a:t>
            </a:r>
          </a:p>
          <a:p>
            <a:endParaRPr lang="fi-FI" altLang="fi-FI" dirty="0"/>
          </a:p>
          <a:p>
            <a:pPr lvl="1"/>
            <a:r>
              <a:rPr lang="fi-FI" altLang="fi-FI" dirty="0"/>
              <a:t>”</a:t>
            </a:r>
            <a:r>
              <a:rPr lang="fi-FI" altLang="fi-FI" dirty="0" err="1"/>
              <a:t>Mainly</a:t>
            </a:r>
            <a:r>
              <a:rPr lang="fi-FI" altLang="fi-FI" dirty="0"/>
              <a:t>” </a:t>
            </a:r>
            <a:r>
              <a:rPr lang="fi-FI" altLang="fi-FI" dirty="0" err="1"/>
              <a:t>because</a:t>
            </a:r>
            <a:r>
              <a:rPr lang="fi-FI" altLang="fi-FI" dirty="0"/>
              <a:t> </a:t>
            </a:r>
            <a:r>
              <a:rPr lang="fi-FI" altLang="fi-FI" dirty="0" err="1"/>
              <a:t>minor</a:t>
            </a:r>
            <a:r>
              <a:rPr lang="fi-FI" altLang="fi-FI" dirty="0"/>
              <a:t> </a:t>
            </a:r>
            <a:r>
              <a:rPr lang="fi-FI" altLang="fi-FI" dirty="0" err="1"/>
              <a:t>or</a:t>
            </a:r>
            <a:r>
              <a:rPr lang="fi-FI" altLang="fi-FI" dirty="0"/>
              <a:t> </a:t>
            </a:r>
            <a:r>
              <a:rPr lang="fi-FI" altLang="fi-FI" dirty="0" err="1"/>
              <a:t>moderate</a:t>
            </a:r>
            <a:r>
              <a:rPr lang="fi-FI" altLang="fi-FI" dirty="0"/>
              <a:t> </a:t>
            </a:r>
            <a:r>
              <a:rPr lang="fi-FI" altLang="fi-FI" dirty="0" err="1"/>
              <a:t>changes</a:t>
            </a:r>
            <a:r>
              <a:rPr lang="fi-FI" altLang="fi-FI" dirty="0"/>
              <a:t> to </a:t>
            </a:r>
            <a:r>
              <a:rPr lang="fi-FI" altLang="fi-FI" dirty="0" err="1"/>
              <a:t>phase</a:t>
            </a:r>
            <a:r>
              <a:rPr lang="fi-FI" altLang="fi-FI" dirty="0"/>
              <a:t> 1. </a:t>
            </a:r>
            <a:r>
              <a:rPr lang="fi-FI" altLang="fi-FI" dirty="0" err="1"/>
              <a:t>are</a:t>
            </a:r>
            <a:r>
              <a:rPr lang="fi-FI" altLang="fi-FI" dirty="0"/>
              <a:t> </a:t>
            </a:r>
            <a:r>
              <a:rPr lang="fi-FI" altLang="fi-FI" dirty="0" err="1"/>
              <a:t>still</a:t>
            </a:r>
            <a:r>
              <a:rPr lang="fi-FI" altLang="fi-FI" dirty="0"/>
              <a:t> </a:t>
            </a:r>
            <a:r>
              <a:rPr lang="fi-FI" altLang="fi-FI" dirty="0" err="1"/>
              <a:t>possible</a:t>
            </a:r>
            <a:r>
              <a:rPr lang="fi-FI" altLang="fi-FI" dirty="0"/>
              <a:t> </a:t>
            </a:r>
            <a:r>
              <a:rPr lang="fi-FI" altLang="fi-FI" dirty="0" err="1"/>
              <a:t>during</a:t>
            </a:r>
            <a:r>
              <a:rPr lang="fi-FI" altLang="fi-FI" dirty="0"/>
              <a:t> </a:t>
            </a:r>
            <a:r>
              <a:rPr lang="fi-FI" altLang="fi-FI" dirty="0" err="1"/>
              <a:t>the</a:t>
            </a:r>
            <a:r>
              <a:rPr lang="fi-FI" altLang="fi-FI" dirty="0"/>
              <a:t> </a:t>
            </a:r>
            <a:r>
              <a:rPr lang="fi-FI" altLang="fi-FI" dirty="0" err="1"/>
              <a:t>next</a:t>
            </a:r>
            <a:r>
              <a:rPr lang="fi-FI" altLang="fi-FI" dirty="0"/>
              <a:t> </a:t>
            </a:r>
            <a:r>
              <a:rPr lang="fi-FI" altLang="fi-FI" dirty="0" err="1"/>
              <a:t>phase</a:t>
            </a:r>
            <a:r>
              <a:rPr lang="fi-FI" altLang="fi-FI" dirty="0"/>
              <a:t> (</a:t>
            </a:r>
            <a:r>
              <a:rPr lang="fi-FI" altLang="fi-FI" dirty="0" err="1"/>
              <a:t>Phase</a:t>
            </a:r>
            <a:r>
              <a:rPr lang="fi-FI" altLang="fi-FI"/>
              <a:t> 2)</a:t>
            </a:r>
            <a:endParaRPr lang="en-US" altLang="fi-FI" dirty="0"/>
          </a:p>
        </p:txBody>
      </p:sp>
    </p:spTree>
    <p:extLst>
      <p:ext uri="{BB962C8B-B14F-4D97-AF65-F5344CB8AC3E}">
        <p14:creationId xmlns:p14="http://schemas.microsoft.com/office/powerpoint/2010/main" val="3649316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A1E1D-829C-392A-3F8D-F557BC313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F2E50-7E70-4690-E191-6073B9D647B3}"/>
              </a:ext>
            </a:extLst>
          </p:cNvPr>
          <p:cNvSpPr>
            <a:spLocks noGrp="1"/>
          </p:cNvSpPr>
          <p:nvPr>
            <p:ph type="title"/>
          </p:nvPr>
        </p:nvSpPr>
        <p:spPr/>
        <p:txBody>
          <a:bodyPr/>
          <a:lstStyle/>
          <a:p>
            <a:r>
              <a:rPr lang="fi-FI" dirty="0" err="1"/>
              <a:t>Summary</a:t>
            </a:r>
            <a:r>
              <a:rPr lang="fi-FI" dirty="0"/>
              <a:t> of </a:t>
            </a:r>
            <a:r>
              <a:rPr lang="fi-FI" dirty="0" err="1"/>
              <a:t>Phase</a:t>
            </a:r>
            <a:r>
              <a:rPr lang="fi-FI" dirty="0"/>
              <a:t> 2 (1)</a:t>
            </a:r>
          </a:p>
        </p:txBody>
      </p:sp>
      <p:sp>
        <p:nvSpPr>
          <p:cNvPr id="3" name="Content Placeholder 2">
            <a:extLst>
              <a:ext uri="{FF2B5EF4-FFF2-40B4-BE49-F238E27FC236}">
                <a16:creationId xmlns:a16="http://schemas.microsoft.com/office/drawing/2014/main" id="{6ED069BB-0A4B-37A5-122E-0E6A2B6CF888}"/>
              </a:ext>
            </a:extLst>
          </p:cNvPr>
          <p:cNvSpPr>
            <a:spLocks noGrp="1"/>
          </p:cNvSpPr>
          <p:nvPr>
            <p:ph idx="1"/>
          </p:nvPr>
        </p:nvSpPr>
        <p:spPr/>
        <p:txBody>
          <a:bodyPr/>
          <a:lstStyle/>
          <a:p>
            <a:pPr marL="342900" indent="-342900">
              <a:buFont typeface="+mj-lt"/>
              <a:buAutoNum type="arabicPeriod"/>
            </a:pPr>
            <a:r>
              <a:rPr lang="en-US" altLang="fi-FI" dirty="0"/>
              <a:t>Schematic design</a:t>
            </a:r>
          </a:p>
          <a:p>
            <a:pPr marL="556895" lvl="1" indent="-213995"/>
            <a:r>
              <a:rPr lang="en-US" altLang="fi-FI" dirty="0"/>
              <a:t>Components and their interconnections</a:t>
            </a:r>
            <a:endParaRPr lang="en-US" altLang="fi-FI" dirty="0">
              <a:cs typeface="Arial"/>
            </a:endParaRPr>
          </a:p>
          <a:p>
            <a:pPr marL="556895" lvl="1" indent="-213995"/>
            <a:r>
              <a:rPr lang="en-US" altLang="fi-FI" dirty="0"/>
              <a:t>Outputs: netlist, BOM (Bill of Material)</a:t>
            </a:r>
            <a:endParaRPr lang="en-US" altLang="fi-FI" dirty="0">
              <a:cs typeface="Arial"/>
            </a:endParaRPr>
          </a:p>
          <a:p>
            <a:pPr marL="342900" indent="-342900">
              <a:buFont typeface="+mj-lt"/>
              <a:buAutoNum type="arabicPeriod"/>
            </a:pPr>
            <a:r>
              <a:rPr lang="en-US" altLang="fi-FI" dirty="0"/>
              <a:t>Component ordering (BOM)</a:t>
            </a:r>
          </a:p>
          <a:p>
            <a:pPr marL="556895" lvl="1" indent="-213995"/>
            <a:r>
              <a:rPr lang="en-US" altLang="fi-FI" dirty="0"/>
              <a:t>Final component selection =&gt; shopping list =&gt; component ordering</a:t>
            </a:r>
            <a:endParaRPr lang="en-US" altLang="fi-FI" dirty="0">
              <a:cs typeface="Arial"/>
            </a:endParaRPr>
          </a:p>
          <a:p>
            <a:pPr marL="342900" indent="-342900">
              <a:buFont typeface="+mj-lt"/>
              <a:buAutoNum type="arabicPeriod"/>
            </a:pPr>
            <a:r>
              <a:rPr lang="fi-FI" altLang="fi-FI" dirty="0"/>
              <a:t>Layout design (</a:t>
            </a:r>
            <a:r>
              <a:rPr lang="fi-FI" altLang="fi-FI" dirty="0" err="1"/>
              <a:t>netlist</a:t>
            </a:r>
            <a:r>
              <a:rPr lang="fi-FI" altLang="fi-FI" dirty="0"/>
              <a:t>)</a:t>
            </a:r>
          </a:p>
          <a:p>
            <a:pPr marL="556895" lvl="1" indent="-213995"/>
            <a:r>
              <a:rPr lang="fi-FI" altLang="fi-FI" dirty="0" err="1"/>
              <a:t>Actual</a:t>
            </a:r>
            <a:r>
              <a:rPr lang="fi-FI" altLang="fi-FI" dirty="0"/>
              <a:t> </a:t>
            </a:r>
            <a:r>
              <a:rPr lang="fi-FI" altLang="fi-FI" dirty="0" err="1"/>
              <a:t>physical</a:t>
            </a:r>
            <a:r>
              <a:rPr lang="fi-FI" altLang="fi-FI" dirty="0"/>
              <a:t> </a:t>
            </a:r>
            <a:r>
              <a:rPr lang="fi-FI" altLang="fi-FI" dirty="0" err="1"/>
              <a:t>stucture</a:t>
            </a:r>
            <a:r>
              <a:rPr lang="fi-FI" altLang="fi-FI" dirty="0"/>
              <a:t> of PCB</a:t>
            </a:r>
            <a:endParaRPr lang="fi-FI" altLang="fi-FI" dirty="0">
              <a:cs typeface="Arial"/>
            </a:endParaRPr>
          </a:p>
          <a:p>
            <a:pPr marL="556895" lvl="1" indent="-213995"/>
            <a:r>
              <a:rPr lang="fi-FI" altLang="fi-FI" dirty="0" err="1"/>
              <a:t>Locating</a:t>
            </a:r>
            <a:r>
              <a:rPr lang="fi-FI" altLang="fi-FI" dirty="0"/>
              <a:t> of </a:t>
            </a:r>
            <a:r>
              <a:rPr lang="fi-FI" altLang="fi-FI" dirty="0" err="1"/>
              <a:t>components</a:t>
            </a:r>
            <a:endParaRPr lang="fi-FI" altLang="fi-FI" dirty="0">
              <a:cs typeface="Arial"/>
            </a:endParaRPr>
          </a:p>
          <a:p>
            <a:pPr marL="556895" lvl="1" indent="-213995"/>
            <a:r>
              <a:rPr lang="fi-FI" altLang="fi-FI" dirty="0" err="1"/>
              <a:t>Traces</a:t>
            </a:r>
            <a:r>
              <a:rPr lang="fi-FI" altLang="fi-FI" dirty="0"/>
              <a:t>, </a:t>
            </a:r>
            <a:r>
              <a:rPr lang="fi-FI" altLang="fi-FI" dirty="0" err="1"/>
              <a:t>vias</a:t>
            </a:r>
            <a:r>
              <a:rPr lang="fi-FI" altLang="fi-FI" dirty="0"/>
              <a:t>, </a:t>
            </a:r>
            <a:r>
              <a:rPr lang="fi-FI" altLang="fi-FI" dirty="0" err="1"/>
              <a:t>copper</a:t>
            </a:r>
            <a:r>
              <a:rPr lang="fi-FI" altLang="fi-FI" dirty="0"/>
              <a:t> </a:t>
            </a:r>
            <a:r>
              <a:rPr lang="fi-FI" altLang="fi-FI" dirty="0" err="1"/>
              <a:t>planes</a:t>
            </a:r>
            <a:r>
              <a:rPr lang="fi-FI" altLang="fi-FI" dirty="0"/>
              <a:t> etc.</a:t>
            </a:r>
            <a:endParaRPr lang="fi-FI" altLang="fi-FI" dirty="0">
              <a:cs typeface="Arial"/>
            </a:endParaRPr>
          </a:p>
          <a:p>
            <a:pPr marL="556895" lvl="1" indent="-213995"/>
            <a:r>
              <a:rPr lang="fi-FI" altLang="fi-FI" dirty="0" err="1"/>
              <a:t>Outputs</a:t>
            </a:r>
            <a:r>
              <a:rPr lang="fi-FI" altLang="fi-FI" dirty="0"/>
              <a:t>: Manufacturing </a:t>
            </a:r>
            <a:r>
              <a:rPr lang="fi-FI" altLang="fi-FI" dirty="0" err="1"/>
              <a:t>files</a:t>
            </a:r>
            <a:r>
              <a:rPr lang="fi-FI" altLang="fi-FI" dirty="0"/>
              <a:t> (data </a:t>
            </a:r>
            <a:r>
              <a:rPr lang="fi-FI" altLang="fi-FI" dirty="0" err="1"/>
              <a:t>suitable</a:t>
            </a:r>
            <a:r>
              <a:rPr lang="fi-FI" altLang="fi-FI" dirty="0"/>
              <a:t> for PCB </a:t>
            </a:r>
            <a:r>
              <a:rPr lang="fi-FI" altLang="fi-FI" dirty="0" err="1"/>
              <a:t>fabrication</a:t>
            </a:r>
            <a:r>
              <a:rPr lang="fi-FI" altLang="fi-FI" dirty="0"/>
              <a:t> </a:t>
            </a:r>
            <a:r>
              <a:rPr lang="fi-FI" altLang="fi-FI" dirty="0" err="1"/>
              <a:t>process</a:t>
            </a:r>
            <a:r>
              <a:rPr lang="fi-FI" altLang="fi-FI" dirty="0"/>
              <a:t>)</a:t>
            </a:r>
            <a:endParaRPr lang="fi-FI" altLang="fi-FI" dirty="0">
              <a:cs typeface="Arial"/>
            </a:endParaRPr>
          </a:p>
          <a:p>
            <a:pPr marL="342900" indent="-342900">
              <a:buFont typeface="+mj-lt"/>
              <a:buAutoNum type="arabicPeriod"/>
            </a:pPr>
            <a:r>
              <a:rPr lang="fi-FI" altLang="fi-FI" dirty="0"/>
              <a:t>PCB </a:t>
            </a:r>
            <a:r>
              <a:rPr lang="fi-FI" altLang="fi-FI" dirty="0" err="1"/>
              <a:t>ordering</a:t>
            </a:r>
            <a:endParaRPr lang="fi-FI" altLang="fi-FI" dirty="0"/>
          </a:p>
          <a:p>
            <a:pPr marL="556895" lvl="1" indent="-213995"/>
            <a:r>
              <a:rPr lang="fi-FI" altLang="fi-FI" dirty="0"/>
              <a:t>Select a </a:t>
            </a:r>
            <a:r>
              <a:rPr lang="fi-FI" altLang="fi-FI" dirty="0" err="1"/>
              <a:t>manufacturer</a:t>
            </a:r>
            <a:r>
              <a:rPr lang="fi-FI" altLang="fi-FI" dirty="0"/>
              <a:t> </a:t>
            </a:r>
            <a:endParaRPr lang="fi-FI" altLang="fi-FI" dirty="0">
              <a:cs typeface="Arial"/>
            </a:endParaRPr>
          </a:p>
          <a:p>
            <a:pPr marL="556895" lvl="1" indent="-213995"/>
            <a:r>
              <a:rPr lang="fi-FI" altLang="fi-FI" dirty="0"/>
              <a:t>Place an </a:t>
            </a:r>
            <a:r>
              <a:rPr lang="fi-FI" altLang="fi-FI" dirty="0" err="1"/>
              <a:t>order</a:t>
            </a:r>
            <a:r>
              <a:rPr lang="fi-FI" altLang="fi-FI" dirty="0"/>
              <a:t>, </a:t>
            </a:r>
            <a:r>
              <a:rPr lang="fi-FI" altLang="fi-FI" dirty="0" err="1"/>
              <a:t>upload</a:t>
            </a:r>
            <a:r>
              <a:rPr lang="fi-FI" altLang="fi-FI" dirty="0"/>
              <a:t> </a:t>
            </a:r>
            <a:r>
              <a:rPr lang="fi-FI" altLang="fi-FI" dirty="0" err="1"/>
              <a:t>the</a:t>
            </a:r>
            <a:r>
              <a:rPr lang="fi-FI" altLang="fi-FI" dirty="0"/>
              <a:t> </a:t>
            </a:r>
            <a:r>
              <a:rPr lang="fi-FI" altLang="fi-FI" dirty="0" err="1"/>
              <a:t>manufacturing</a:t>
            </a:r>
            <a:r>
              <a:rPr lang="fi-FI" altLang="fi-FI" dirty="0"/>
              <a:t> </a:t>
            </a:r>
            <a:r>
              <a:rPr lang="fi-FI" altLang="fi-FI" dirty="0" err="1"/>
              <a:t>files</a:t>
            </a:r>
            <a:endParaRPr lang="fi-FI" altLang="fi-FI" dirty="0">
              <a:cs typeface="Arial"/>
            </a:endParaRPr>
          </a:p>
          <a:p>
            <a:pPr marL="685800" lvl="1" indent="-342900">
              <a:buFont typeface="+mj-lt"/>
              <a:buAutoNum type="arabicPeriod"/>
            </a:pPr>
            <a:endParaRPr lang="en-US" altLang="fi-FI" dirty="0"/>
          </a:p>
        </p:txBody>
      </p:sp>
    </p:spTree>
    <p:extLst>
      <p:ext uri="{BB962C8B-B14F-4D97-AF65-F5344CB8AC3E}">
        <p14:creationId xmlns:p14="http://schemas.microsoft.com/office/powerpoint/2010/main" val="3133528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3C4CF-5A87-0131-6E8C-AEFEC48AC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89249-53DF-E66D-C208-10DFB362C8ED}"/>
              </a:ext>
            </a:extLst>
          </p:cNvPr>
          <p:cNvSpPr>
            <a:spLocks noGrp="1"/>
          </p:cNvSpPr>
          <p:nvPr>
            <p:ph type="title"/>
          </p:nvPr>
        </p:nvSpPr>
        <p:spPr/>
        <p:txBody>
          <a:bodyPr/>
          <a:lstStyle/>
          <a:p>
            <a:r>
              <a:rPr lang="fi-FI" dirty="0" err="1"/>
              <a:t>Summary</a:t>
            </a:r>
            <a:r>
              <a:rPr lang="fi-FI" dirty="0"/>
              <a:t> of </a:t>
            </a:r>
            <a:r>
              <a:rPr lang="fi-FI" dirty="0" err="1"/>
              <a:t>Phase</a:t>
            </a:r>
            <a:r>
              <a:rPr lang="fi-FI" dirty="0"/>
              <a:t> 2 (2)</a:t>
            </a:r>
          </a:p>
        </p:txBody>
      </p:sp>
      <p:sp>
        <p:nvSpPr>
          <p:cNvPr id="3" name="Content Placeholder 2">
            <a:extLst>
              <a:ext uri="{FF2B5EF4-FFF2-40B4-BE49-F238E27FC236}">
                <a16:creationId xmlns:a16="http://schemas.microsoft.com/office/drawing/2014/main" id="{48A8ACD4-00D4-7F13-C5FC-422ED633E467}"/>
              </a:ext>
            </a:extLst>
          </p:cNvPr>
          <p:cNvSpPr>
            <a:spLocks noGrp="1"/>
          </p:cNvSpPr>
          <p:nvPr>
            <p:ph idx="1"/>
          </p:nvPr>
        </p:nvSpPr>
        <p:spPr/>
        <p:txBody>
          <a:bodyPr/>
          <a:lstStyle/>
          <a:p>
            <a:pPr marL="342900" indent="-342900">
              <a:buFont typeface="+mj-lt"/>
              <a:buAutoNum type="arabicPeriod" startAt="5"/>
            </a:pPr>
            <a:r>
              <a:rPr lang="en-US" altLang="fi-FI" dirty="0"/>
              <a:t>Assembly i.e. populating the PCB</a:t>
            </a:r>
          </a:p>
          <a:p>
            <a:pPr marL="556895" lvl="1" indent="-213995"/>
            <a:r>
              <a:rPr lang="en-US" altLang="fi-FI" dirty="0"/>
              <a:t>PCB tests</a:t>
            </a:r>
            <a:endParaRPr lang="en-US" altLang="fi-FI" dirty="0">
              <a:cs typeface="Arial"/>
            </a:endParaRPr>
          </a:p>
          <a:p>
            <a:pPr marL="556895" lvl="1" indent="-213995"/>
            <a:r>
              <a:rPr lang="en-US" altLang="fi-FI" dirty="0"/>
              <a:t>Soldering components</a:t>
            </a:r>
            <a:endParaRPr lang="en-US" altLang="fi-FI" dirty="0">
              <a:cs typeface="Arial"/>
            </a:endParaRPr>
          </a:p>
          <a:p>
            <a:pPr marL="342900" indent="-342900">
              <a:buFont typeface="+mj-lt"/>
              <a:buAutoNum type="arabicPeriod" startAt="5"/>
            </a:pPr>
            <a:r>
              <a:rPr lang="en-US" altLang="fi-FI" dirty="0"/>
              <a:t>HW Testing</a:t>
            </a:r>
          </a:p>
          <a:p>
            <a:pPr marL="556895" lvl="1" indent="-213995"/>
            <a:r>
              <a:rPr lang="en-US" altLang="fi-FI" dirty="0"/>
              <a:t>Functions operate as designed</a:t>
            </a:r>
            <a:endParaRPr lang="en-US" altLang="fi-FI" dirty="0">
              <a:cs typeface="Arial"/>
            </a:endParaRPr>
          </a:p>
          <a:p>
            <a:pPr marL="342900" lvl="1" indent="0">
              <a:buNone/>
            </a:pPr>
            <a:endParaRPr lang="en-US" altLang="fi-FI" dirty="0"/>
          </a:p>
          <a:p>
            <a:pPr marL="342900" lvl="1" indent="0">
              <a:buNone/>
            </a:pPr>
            <a:endParaRPr lang="en-US" altLang="fi-FI" dirty="0"/>
          </a:p>
          <a:p>
            <a:pPr marL="342900" lvl="1" indent="0">
              <a:buNone/>
            </a:pPr>
            <a:endParaRPr lang="en-US" altLang="fi-FI" dirty="0"/>
          </a:p>
          <a:p>
            <a:pPr marL="342900" lvl="1" indent="0" algn="ctr">
              <a:buNone/>
            </a:pPr>
            <a:r>
              <a:rPr lang="en-US" altLang="fi-FI" sz="1800" dirty="0"/>
              <a:t>Brace yourselves!</a:t>
            </a:r>
          </a:p>
          <a:p>
            <a:pPr marL="342900" lvl="1" indent="0" algn="ctr">
              <a:buNone/>
            </a:pPr>
            <a:r>
              <a:rPr lang="en-US" altLang="fi-FI" sz="1800" dirty="0"/>
              <a:t>Phase 2 might prove to be the most laborious one in the course.</a:t>
            </a:r>
          </a:p>
        </p:txBody>
      </p:sp>
    </p:spTree>
    <p:extLst>
      <p:ext uri="{BB962C8B-B14F-4D97-AF65-F5344CB8AC3E}">
        <p14:creationId xmlns:p14="http://schemas.microsoft.com/office/powerpoint/2010/main" val="2451874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11AC1-A887-3F49-5D3C-2674643FA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B0EFB-0F13-A587-BB0E-500401EAD253}"/>
              </a:ext>
            </a:extLst>
          </p:cNvPr>
          <p:cNvSpPr>
            <a:spLocks noGrp="1"/>
          </p:cNvSpPr>
          <p:nvPr>
            <p:ph type="title"/>
          </p:nvPr>
        </p:nvSpPr>
        <p:spPr/>
        <p:txBody>
          <a:bodyPr/>
          <a:lstStyle/>
          <a:p>
            <a:r>
              <a:rPr lang="fi-FI" dirty="0" err="1"/>
              <a:t>Summary</a:t>
            </a:r>
            <a:r>
              <a:rPr lang="fi-FI" dirty="0"/>
              <a:t> of </a:t>
            </a:r>
            <a:r>
              <a:rPr lang="fi-FI" dirty="0" err="1"/>
              <a:t>the</a:t>
            </a:r>
            <a:r>
              <a:rPr lang="fi-FI" dirty="0"/>
              <a:t> main </a:t>
            </a:r>
            <a:r>
              <a:rPr lang="fi-FI" dirty="0" err="1"/>
              <a:t>stages</a:t>
            </a:r>
            <a:r>
              <a:rPr lang="fi-FI" dirty="0"/>
              <a:t>, </a:t>
            </a:r>
            <a:r>
              <a:rPr lang="fi-FI" dirty="0" err="1"/>
              <a:t>tools</a:t>
            </a:r>
            <a:r>
              <a:rPr lang="fi-FI" dirty="0"/>
              <a:t> and </a:t>
            </a:r>
            <a:r>
              <a:rPr lang="fi-FI" dirty="0" err="1"/>
              <a:t>resources</a:t>
            </a:r>
            <a:endParaRPr lang="fi-FI" dirty="0"/>
          </a:p>
        </p:txBody>
      </p:sp>
      <p:sp>
        <p:nvSpPr>
          <p:cNvPr id="3" name="Content Placeholder 2">
            <a:extLst>
              <a:ext uri="{FF2B5EF4-FFF2-40B4-BE49-F238E27FC236}">
                <a16:creationId xmlns:a16="http://schemas.microsoft.com/office/drawing/2014/main" id="{3B1BE1A9-174B-B4D5-0D9C-8926A26B6474}"/>
              </a:ext>
            </a:extLst>
          </p:cNvPr>
          <p:cNvSpPr>
            <a:spLocks noGrp="1"/>
          </p:cNvSpPr>
          <p:nvPr>
            <p:ph idx="1"/>
          </p:nvPr>
        </p:nvSpPr>
        <p:spPr>
          <a:xfrm>
            <a:off x="457200" y="1692000"/>
            <a:ext cx="3970784" cy="3771636"/>
          </a:xfrm>
        </p:spPr>
        <p:txBody>
          <a:bodyPr/>
          <a:lstStyle/>
          <a:p>
            <a:r>
              <a:rPr lang="en-US" altLang="fi-FI" dirty="0">
                <a:solidFill>
                  <a:schemeClr val="accent2">
                    <a:lumMod val="75000"/>
                  </a:schemeClr>
                </a:solidFill>
              </a:rPr>
              <a:t>Further understanding of the problem/ specifications / devices/ components</a:t>
            </a:r>
          </a:p>
          <a:p>
            <a:r>
              <a:rPr lang="en-US" altLang="fi-FI" dirty="0">
                <a:solidFill>
                  <a:srgbClr val="0070C0"/>
                </a:solidFill>
              </a:rPr>
              <a:t>Component selection (initial)</a:t>
            </a:r>
          </a:p>
          <a:p>
            <a:endParaRPr lang="en-US" altLang="fi-FI" dirty="0"/>
          </a:p>
          <a:p>
            <a:r>
              <a:rPr lang="en-US" altLang="fi-FI" dirty="0">
                <a:solidFill>
                  <a:srgbClr val="00B050"/>
                </a:solidFill>
              </a:rPr>
              <a:t>Schematics design</a:t>
            </a:r>
          </a:p>
          <a:p>
            <a:r>
              <a:rPr lang="en-US" altLang="fi-FI" dirty="0">
                <a:solidFill>
                  <a:srgbClr val="0070C0"/>
                </a:solidFill>
              </a:rPr>
              <a:t>Component selection (final) and ordering</a:t>
            </a:r>
          </a:p>
          <a:p>
            <a:r>
              <a:rPr lang="en-US" altLang="fi-FI" dirty="0">
                <a:solidFill>
                  <a:srgbClr val="00B050"/>
                </a:solidFill>
              </a:rPr>
              <a:t>Layout design</a:t>
            </a:r>
          </a:p>
          <a:p>
            <a:r>
              <a:rPr lang="en-US" altLang="fi-FI" dirty="0">
                <a:solidFill>
                  <a:srgbClr val="00B050"/>
                </a:solidFill>
              </a:rPr>
              <a:t>Manufacturing files for PCB</a:t>
            </a:r>
          </a:p>
          <a:p>
            <a:r>
              <a:rPr lang="en-US" altLang="fi-FI" dirty="0">
                <a:solidFill>
                  <a:srgbClr val="FF0000"/>
                </a:solidFill>
              </a:rPr>
              <a:t>PCB ordering</a:t>
            </a:r>
          </a:p>
          <a:p>
            <a:r>
              <a:rPr lang="en-US" altLang="fi-FI" dirty="0">
                <a:solidFill>
                  <a:srgbClr val="00B0F0"/>
                </a:solidFill>
              </a:rPr>
              <a:t>Locating components on PCB</a:t>
            </a:r>
          </a:p>
          <a:p>
            <a:r>
              <a:rPr lang="en-US" altLang="fi-FI" dirty="0">
                <a:solidFill>
                  <a:srgbClr val="00B0F0"/>
                </a:solidFill>
              </a:rPr>
              <a:t>HW testing, debugging</a:t>
            </a:r>
          </a:p>
        </p:txBody>
      </p:sp>
      <p:sp>
        <p:nvSpPr>
          <p:cNvPr id="4" name="Content Placeholder 2">
            <a:extLst>
              <a:ext uri="{FF2B5EF4-FFF2-40B4-BE49-F238E27FC236}">
                <a16:creationId xmlns:a16="http://schemas.microsoft.com/office/drawing/2014/main" id="{28784B5E-5702-391A-69DD-00D6E5ACF4D5}"/>
              </a:ext>
            </a:extLst>
          </p:cNvPr>
          <p:cNvSpPr txBox="1">
            <a:spLocks/>
          </p:cNvSpPr>
          <p:nvPr/>
        </p:nvSpPr>
        <p:spPr bwMode="auto">
          <a:xfrm>
            <a:off x="4716018" y="1692000"/>
            <a:ext cx="3970784" cy="37716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Char char="•"/>
              <a:defRPr sz="1500">
                <a:solidFill>
                  <a:schemeClr val="tx1"/>
                </a:solidFill>
                <a:latin typeface="+mn-lt"/>
                <a:ea typeface="+mn-ea"/>
                <a:cs typeface="+mn-cs"/>
              </a:defRPr>
            </a:lvl1pPr>
            <a:lvl2pPr marL="557213" indent="-214313" algn="l" rtl="0" eaLnBrk="0" fontAlgn="base" hangingPunct="0">
              <a:spcBef>
                <a:spcPct val="20000"/>
              </a:spcBef>
              <a:spcAft>
                <a:spcPct val="0"/>
              </a:spcAft>
              <a:buChar char="–"/>
              <a:defRPr sz="1500">
                <a:solidFill>
                  <a:schemeClr val="tx1"/>
                </a:solidFill>
                <a:latin typeface="+mn-lt"/>
              </a:defRPr>
            </a:lvl2pPr>
            <a:lvl3pPr marL="857250" indent="-171450" algn="l" rtl="0" eaLnBrk="0" fontAlgn="base" hangingPunct="0">
              <a:spcBef>
                <a:spcPct val="20000"/>
              </a:spcBef>
              <a:spcAft>
                <a:spcPct val="0"/>
              </a:spcAft>
              <a:buChar char="•"/>
              <a:defRPr sz="1500">
                <a:solidFill>
                  <a:schemeClr val="tx1"/>
                </a:solidFill>
                <a:latin typeface="+mn-lt"/>
              </a:defRPr>
            </a:lvl3pPr>
            <a:lvl4pPr marL="1200150" indent="-171450" algn="l" rtl="0" eaLnBrk="0" fontAlgn="base" hangingPunct="0">
              <a:spcBef>
                <a:spcPct val="20000"/>
              </a:spcBef>
              <a:spcAft>
                <a:spcPct val="0"/>
              </a:spcAft>
              <a:buChar char="–"/>
              <a:defRPr sz="1200">
                <a:solidFill>
                  <a:schemeClr val="tx1"/>
                </a:solidFill>
                <a:latin typeface="+mn-lt"/>
              </a:defRPr>
            </a:lvl4pPr>
            <a:lvl5pPr marL="1543050" indent="-171450" algn="l" rtl="0" eaLnBrk="0" fontAlgn="base" hangingPunct="0">
              <a:spcBef>
                <a:spcPct val="20000"/>
              </a:spcBef>
              <a:spcAft>
                <a:spcPct val="0"/>
              </a:spcAft>
              <a:buChar char="»"/>
              <a:defRPr sz="12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a:lstStyle>
          <a:p>
            <a:r>
              <a:rPr lang="en-US" altLang="fi-FI" kern="0" dirty="0">
                <a:solidFill>
                  <a:schemeClr val="accent2">
                    <a:lumMod val="75000"/>
                  </a:schemeClr>
                </a:solidFill>
              </a:rPr>
              <a:t>Existing projects, datasheets, circuit simulators, course materials etc. </a:t>
            </a:r>
          </a:p>
          <a:p>
            <a:r>
              <a:rPr lang="en-US" altLang="fi-FI" kern="0" dirty="0">
                <a:solidFill>
                  <a:srgbClr val="0070C0"/>
                </a:solidFill>
              </a:rPr>
              <a:t>Providers, </a:t>
            </a:r>
            <a:r>
              <a:rPr lang="en-US" altLang="fi-FI" kern="0" dirty="0" err="1">
                <a:solidFill>
                  <a:srgbClr val="0070C0"/>
                </a:solidFill>
              </a:rPr>
              <a:t>DigiKey</a:t>
            </a:r>
            <a:r>
              <a:rPr lang="en-US" altLang="fi-FI" kern="0" dirty="0">
                <a:solidFill>
                  <a:srgbClr val="0070C0"/>
                </a:solidFill>
              </a:rPr>
              <a:t>, Mouser, etc., datasheets</a:t>
            </a:r>
          </a:p>
          <a:p>
            <a:pPr>
              <a:spcBef>
                <a:spcPts val="700"/>
              </a:spcBef>
            </a:pPr>
            <a:r>
              <a:rPr lang="en-US" altLang="fi-FI" kern="0" dirty="0" err="1">
                <a:solidFill>
                  <a:srgbClr val="00B050"/>
                </a:solidFill>
              </a:rPr>
              <a:t>KiCAD</a:t>
            </a:r>
            <a:r>
              <a:rPr lang="en-US" altLang="fi-FI" kern="0" dirty="0">
                <a:solidFill>
                  <a:srgbClr val="00B050"/>
                </a:solidFill>
              </a:rPr>
              <a:t> (</a:t>
            </a:r>
            <a:r>
              <a:rPr lang="en-US" altLang="fi-FI" kern="0" dirty="0" err="1">
                <a:solidFill>
                  <a:srgbClr val="00B050"/>
                </a:solidFill>
              </a:rPr>
              <a:t>recomm</a:t>
            </a:r>
            <a:r>
              <a:rPr lang="en-US" altLang="fi-FI" kern="0" dirty="0">
                <a:solidFill>
                  <a:srgbClr val="00B050"/>
                </a:solidFill>
              </a:rPr>
              <a:t>.), tutorials</a:t>
            </a:r>
          </a:p>
          <a:p>
            <a:r>
              <a:rPr lang="en-US" altLang="fi-FI" kern="0" dirty="0">
                <a:solidFill>
                  <a:srgbClr val="0070C0"/>
                </a:solidFill>
              </a:rPr>
              <a:t>Providers</a:t>
            </a:r>
          </a:p>
          <a:p>
            <a:r>
              <a:rPr lang="en-US" altLang="fi-FI" kern="0" dirty="0" err="1">
                <a:solidFill>
                  <a:srgbClr val="00B050"/>
                </a:solidFill>
              </a:rPr>
              <a:t>KiCAD</a:t>
            </a:r>
            <a:r>
              <a:rPr lang="en-US" altLang="fi-FI" kern="0" dirty="0">
                <a:solidFill>
                  <a:srgbClr val="00B050"/>
                </a:solidFill>
              </a:rPr>
              <a:t>, tutorials</a:t>
            </a:r>
          </a:p>
          <a:p>
            <a:r>
              <a:rPr lang="en-US" altLang="fi-FI" kern="0" dirty="0" err="1">
                <a:solidFill>
                  <a:srgbClr val="00B050"/>
                </a:solidFill>
              </a:rPr>
              <a:t>KiCAD</a:t>
            </a:r>
            <a:r>
              <a:rPr lang="en-US" altLang="fi-FI" kern="0" dirty="0">
                <a:solidFill>
                  <a:srgbClr val="00B050"/>
                </a:solidFill>
              </a:rPr>
              <a:t>, tutorials</a:t>
            </a:r>
          </a:p>
          <a:p>
            <a:r>
              <a:rPr lang="en-US" altLang="fi-FI" kern="0" dirty="0">
                <a:solidFill>
                  <a:srgbClr val="FF0000"/>
                </a:solidFill>
              </a:rPr>
              <a:t>JLCPCB (</a:t>
            </a:r>
            <a:r>
              <a:rPr lang="en-US" altLang="fi-FI" kern="0" dirty="0" err="1">
                <a:solidFill>
                  <a:srgbClr val="FF0000"/>
                </a:solidFill>
              </a:rPr>
              <a:t>recomm</a:t>
            </a:r>
            <a:r>
              <a:rPr lang="en-US" altLang="fi-FI" kern="0" dirty="0">
                <a:solidFill>
                  <a:srgbClr val="FF0000"/>
                </a:solidFill>
              </a:rPr>
              <a:t>.)</a:t>
            </a:r>
          </a:p>
          <a:p>
            <a:r>
              <a:rPr lang="en-US" altLang="fi-FI" kern="0" dirty="0">
                <a:solidFill>
                  <a:srgbClr val="00B0F0"/>
                </a:solidFill>
              </a:rPr>
              <a:t>Manual work, lab resources?</a:t>
            </a:r>
          </a:p>
          <a:p>
            <a:r>
              <a:rPr lang="en-US" altLang="fi-FI" kern="0" dirty="0">
                <a:solidFill>
                  <a:srgbClr val="00B0F0"/>
                </a:solidFill>
              </a:rPr>
              <a:t>Manual work, lab resources?</a:t>
            </a:r>
          </a:p>
          <a:p>
            <a:endParaRPr lang="en-US" altLang="fi-FI" kern="0" dirty="0">
              <a:solidFill>
                <a:srgbClr val="00B0F0"/>
              </a:solidFill>
            </a:endParaRPr>
          </a:p>
          <a:p>
            <a:r>
              <a:rPr lang="en-US" altLang="fi-FI" kern="0" dirty="0"/>
              <a:t>Course’s teaching staff</a:t>
            </a:r>
          </a:p>
        </p:txBody>
      </p:sp>
      <p:sp>
        <p:nvSpPr>
          <p:cNvPr id="6" name="TextBox 5">
            <a:extLst>
              <a:ext uri="{FF2B5EF4-FFF2-40B4-BE49-F238E27FC236}">
                <a16:creationId xmlns:a16="http://schemas.microsoft.com/office/drawing/2014/main" id="{B118A29D-CBE6-1859-EDED-E8CB6E3E3B17}"/>
              </a:ext>
            </a:extLst>
          </p:cNvPr>
          <p:cNvSpPr txBox="1"/>
          <p:nvPr/>
        </p:nvSpPr>
        <p:spPr>
          <a:xfrm>
            <a:off x="1991186" y="1264032"/>
            <a:ext cx="902811" cy="369332"/>
          </a:xfrm>
          <a:prstGeom prst="rect">
            <a:avLst/>
          </a:prstGeom>
          <a:noFill/>
        </p:spPr>
        <p:txBody>
          <a:bodyPr wrap="none" rtlCol="0">
            <a:spAutoFit/>
          </a:bodyPr>
          <a:lstStyle/>
          <a:p>
            <a:r>
              <a:rPr lang="fi-FI" u="sng" dirty="0" err="1"/>
              <a:t>Stages</a:t>
            </a:r>
            <a:endParaRPr lang="fi-FI" u="sng" dirty="0"/>
          </a:p>
        </p:txBody>
      </p:sp>
      <p:sp>
        <p:nvSpPr>
          <p:cNvPr id="7" name="TextBox 6">
            <a:extLst>
              <a:ext uri="{FF2B5EF4-FFF2-40B4-BE49-F238E27FC236}">
                <a16:creationId xmlns:a16="http://schemas.microsoft.com/office/drawing/2014/main" id="{8399DAD1-588F-5AF9-0691-B22616027F24}"/>
              </a:ext>
            </a:extLst>
          </p:cNvPr>
          <p:cNvSpPr txBox="1"/>
          <p:nvPr/>
        </p:nvSpPr>
        <p:spPr>
          <a:xfrm>
            <a:off x="5576711" y="1263223"/>
            <a:ext cx="2249398" cy="369332"/>
          </a:xfrm>
          <a:prstGeom prst="rect">
            <a:avLst/>
          </a:prstGeom>
          <a:noFill/>
        </p:spPr>
        <p:txBody>
          <a:bodyPr wrap="none" rtlCol="0">
            <a:spAutoFit/>
          </a:bodyPr>
          <a:lstStyle/>
          <a:p>
            <a:r>
              <a:rPr lang="fi-FI" u="sng" dirty="0"/>
              <a:t>Tools and </a:t>
            </a:r>
            <a:r>
              <a:rPr lang="fi-FI" u="sng" dirty="0" err="1"/>
              <a:t>resources</a:t>
            </a:r>
            <a:endParaRPr lang="fi-FI" u="sng" dirty="0"/>
          </a:p>
        </p:txBody>
      </p:sp>
    </p:spTree>
    <p:extLst>
      <p:ext uri="{BB962C8B-B14F-4D97-AF65-F5344CB8AC3E}">
        <p14:creationId xmlns:p14="http://schemas.microsoft.com/office/powerpoint/2010/main" val="2535887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02BCF-C5D2-214B-0847-00C60D7B4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28ECC-ED0C-C1F6-4FF9-C7D1188CAE9C}"/>
              </a:ext>
            </a:extLst>
          </p:cNvPr>
          <p:cNvSpPr>
            <a:spLocks noGrp="1"/>
          </p:cNvSpPr>
          <p:nvPr>
            <p:ph type="title"/>
          </p:nvPr>
        </p:nvSpPr>
        <p:spPr>
          <a:xfrm>
            <a:off x="1485900" y="2428875"/>
            <a:ext cx="6172200" cy="857250"/>
          </a:xfrm>
        </p:spPr>
        <p:txBody>
          <a:bodyPr/>
          <a:lstStyle/>
          <a:p>
            <a:r>
              <a:rPr lang="fi-FI" dirty="0" err="1"/>
              <a:t>Electrical</a:t>
            </a:r>
            <a:r>
              <a:rPr lang="fi-FI" dirty="0"/>
              <a:t> </a:t>
            </a:r>
            <a:r>
              <a:rPr lang="fi-FI" dirty="0" err="1"/>
              <a:t>circuit</a:t>
            </a:r>
            <a:r>
              <a:rPr lang="fi-FI" dirty="0"/>
              <a:t> </a:t>
            </a:r>
            <a:r>
              <a:rPr lang="fi-FI" dirty="0" err="1"/>
              <a:t>simulator</a:t>
            </a:r>
            <a:endParaRPr lang="fi-FI" dirty="0"/>
          </a:p>
        </p:txBody>
      </p:sp>
    </p:spTree>
    <p:extLst>
      <p:ext uri="{BB962C8B-B14F-4D97-AF65-F5344CB8AC3E}">
        <p14:creationId xmlns:p14="http://schemas.microsoft.com/office/powerpoint/2010/main" val="3261914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0ABFE-A980-9870-8163-89427016E73E}"/>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a:t>Circuit simulators that may help</a:t>
            </a:r>
            <a:endParaRPr lang="fi-FI" kern="0" dirty="0"/>
          </a:p>
        </p:txBody>
      </p:sp>
      <p:sp>
        <p:nvSpPr>
          <p:cNvPr id="4" name="Content Placeholder 2"/>
          <p:cNvSpPr>
            <a:spLocks noGrp="1"/>
          </p:cNvSpPr>
          <p:nvPr>
            <p:ph idx="1"/>
          </p:nvPr>
        </p:nvSpPr>
        <p:spPr>
          <a:xfrm>
            <a:off x="1485900" y="1165312"/>
            <a:ext cx="6172200" cy="4212468"/>
          </a:xfrm>
        </p:spPr>
        <p:txBody>
          <a:bodyPr/>
          <a:lstStyle/>
          <a:p>
            <a:pPr eaLnBrk="1" hangingPunct="1">
              <a:lnSpc>
                <a:spcPct val="80000"/>
              </a:lnSpc>
            </a:pPr>
            <a:r>
              <a:rPr lang="en-US" dirty="0"/>
              <a:t>First, try to keep your circuits as simple as possible, so that use of simulators could be avoided.</a:t>
            </a:r>
          </a:p>
          <a:p>
            <a:pPr eaLnBrk="1" hangingPunct="1">
              <a:lnSpc>
                <a:spcPct val="80000"/>
              </a:lnSpc>
            </a:pPr>
            <a:r>
              <a:rPr lang="en-US" dirty="0"/>
              <a:t>For very simple circuits, try </a:t>
            </a:r>
            <a:r>
              <a:rPr lang="en-US" dirty="0" err="1"/>
              <a:t>Falstad’s</a:t>
            </a:r>
            <a:r>
              <a:rPr lang="en-US" dirty="0"/>
              <a:t> online java circuit simulator</a:t>
            </a:r>
          </a:p>
          <a:p>
            <a:pPr lvl="1" eaLnBrk="1" hangingPunct="1">
              <a:lnSpc>
                <a:spcPct val="80000"/>
              </a:lnSpc>
            </a:pPr>
            <a:r>
              <a:rPr lang="en-US" dirty="0">
                <a:hlinkClick r:id="rId2"/>
              </a:rPr>
              <a:t>https://www.falstad.com/circuit/</a:t>
            </a:r>
            <a:endParaRPr lang="en-US" dirty="0"/>
          </a:p>
          <a:p>
            <a:pPr lvl="2" eaLnBrk="1" hangingPunct="1">
              <a:lnSpc>
                <a:spcPct val="80000"/>
              </a:lnSpc>
            </a:pPr>
            <a:r>
              <a:rPr lang="en-US" dirty="0"/>
              <a:t>Probably the simplest circuit simulator around.</a:t>
            </a:r>
          </a:p>
          <a:p>
            <a:pPr lvl="2" eaLnBrk="1" hangingPunct="1">
              <a:lnSpc>
                <a:spcPct val="80000"/>
              </a:lnSpc>
            </a:pPr>
            <a:r>
              <a:rPr lang="en-US" dirty="0"/>
              <a:t>May be helpful for understanding and verifying simple circuits</a:t>
            </a:r>
          </a:p>
          <a:p>
            <a:pPr lvl="2" eaLnBrk="1" hangingPunct="1">
              <a:lnSpc>
                <a:spcPct val="80000"/>
              </a:lnSpc>
            </a:pPr>
            <a:r>
              <a:rPr lang="en-US" dirty="0"/>
              <a:t>Op-amps, transistors, simple experimentation &amp; learning</a:t>
            </a:r>
            <a:r>
              <a:rPr lang="en-FI" dirty="0"/>
              <a:t>…</a:t>
            </a:r>
            <a:endParaRPr lang="en-US" dirty="0"/>
          </a:p>
          <a:p>
            <a:pPr lvl="2" eaLnBrk="1" hangingPunct="1">
              <a:lnSpc>
                <a:spcPct val="80000"/>
              </a:lnSpc>
            </a:pPr>
            <a:r>
              <a:rPr lang="en-US" dirty="0"/>
              <a:t>However, it does not model almost any of the non-idealities found in real circuits, so not to be blindly trusted.</a:t>
            </a:r>
          </a:p>
          <a:p>
            <a:pPr eaLnBrk="1" hangingPunct="1">
              <a:lnSpc>
                <a:spcPct val="80000"/>
              </a:lnSpc>
            </a:pPr>
            <a:r>
              <a:rPr lang="en-US" dirty="0"/>
              <a:t>If using Linear / Analog Devices controller ICs</a:t>
            </a:r>
          </a:p>
          <a:p>
            <a:pPr lvl="1" eaLnBrk="1" hangingPunct="1">
              <a:lnSpc>
                <a:spcPct val="80000"/>
              </a:lnSpc>
            </a:pPr>
            <a:r>
              <a:rPr lang="en-US" dirty="0" err="1"/>
              <a:t>LTspice</a:t>
            </a:r>
            <a:r>
              <a:rPr lang="en-US" dirty="0"/>
              <a:t> simulator includes almost all the LT / AD controllers, and a wide selection of related components for relatively easy testing</a:t>
            </a:r>
          </a:p>
          <a:p>
            <a:pPr lvl="2" eaLnBrk="1" hangingPunct="1">
              <a:lnSpc>
                <a:spcPct val="80000"/>
              </a:lnSpc>
            </a:pPr>
            <a:r>
              <a:rPr lang="en-US" dirty="0">
                <a:hlinkClick r:id="rId3"/>
              </a:rPr>
              <a:t>https://www.analog.com/en/design-center/design-tools-and-calculators/ltspice-simulator.html</a:t>
            </a:r>
            <a:endParaRPr lang="en-US" dirty="0"/>
          </a:p>
          <a:p>
            <a:pPr lvl="2" eaLnBrk="1" hangingPunct="1">
              <a:lnSpc>
                <a:spcPct val="80000"/>
              </a:lnSpc>
            </a:pPr>
            <a:r>
              <a:rPr lang="en-US" dirty="0"/>
              <a:t>Usually, simulation models are found on the product pages</a:t>
            </a:r>
          </a:p>
          <a:p>
            <a:pPr eaLnBrk="1" hangingPunct="1">
              <a:lnSpc>
                <a:spcPct val="80000"/>
              </a:lnSpc>
            </a:pPr>
            <a:r>
              <a:rPr lang="en-US" dirty="0"/>
              <a:t>There are also other simulators, most notable ones derived from the original Berkeley’s SPICE program</a:t>
            </a:r>
          </a:p>
          <a:p>
            <a:pPr lvl="1" eaLnBrk="1" hangingPunct="1">
              <a:lnSpc>
                <a:spcPct val="80000"/>
              </a:lnSpc>
            </a:pPr>
            <a:r>
              <a:rPr lang="en-US" dirty="0"/>
              <a:t>Most are not beginner friendly, so choose carefully</a:t>
            </a:r>
          </a:p>
          <a:p>
            <a:pPr lvl="1" eaLnBrk="1" hangingPunct="1">
              <a:lnSpc>
                <a:spcPct val="80000"/>
              </a:lnSpc>
            </a:pPr>
            <a:r>
              <a:rPr lang="en-US" dirty="0"/>
              <a:t>Perhaps one example, </a:t>
            </a:r>
            <a:r>
              <a:rPr lang="en-US" dirty="0">
                <a:hlinkClick r:id="rId4"/>
              </a:rPr>
              <a:t>https://qucs.sourceforge.net/index.html</a:t>
            </a:r>
            <a:endParaRPr lang="en-US" dirty="0"/>
          </a:p>
        </p:txBody>
      </p:sp>
    </p:spTree>
    <p:extLst>
      <p:ext uri="{BB962C8B-B14F-4D97-AF65-F5344CB8AC3E}">
        <p14:creationId xmlns:p14="http://schemas.microsoft.com/office/powerpoint/2010/main" val="4101450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320A6-D202-C801-6544-BF1407F3D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EB6BC-AD16-CA99-AC9E-CE6BEF386FBE}"/>
              </a:ext>
            </a:extLst>
          </p:cNvPr>
          <p:cNvSpPr>
            <a:spLocks noGrp="1"/>
          </p:cNvSpPr>
          <p:nvPr>
            <p:ph type="title"/>
          </p:nvPr>
        </p:nvSpPr>
        <p:spPr>
          <a:xfrm>
            <a:off x="1485900" y="2428875"/>
            <a:ext cx="6172200" cy="857250"/>
          </a:xfrm>
        </p:spPr>
        <p:txBody>
          <a:bodyPr/>
          <a:lstStyle/>
          <a:p>
            <a:r>
              <a:rPr lang="fi-FI" dirty="0" err="1"/>
              <a:t>Initial</a:t>
            </a:r>
            <a:r>
              <a:rPr lang="fi-FI" dirty="0"/>
              <a:t> </a:t>
            </a:r>
            <a:r>
              <a:rPr lang="fi-FI" dirty="0" err="1"/>
              <a:t>component</a:t>
            </a:r>
            <a:r>
              <a:rPr lang="fi-FI" dirty="0"/>
              <a:t> </a:t>
            </a:r>
            <a:r>
              <a:rPr lang="fi-FI" dirty="0" err="1"/>
              <a:t>selection</a:t>
            </a:r>
            <a:endParaRPr lang="fi-FI" dirty="0"/>
          </a:p>
        </p:txBody>
      </p:sp>
    </p:spTree>
    <p:extLst>
      <p:ext uri="{BB962C8B-B14F-4D97-AF65-F5344CB8AC3E}">
        <p14:creationId xmlns:p14="http://schemas.microsoft.com/office/powerpoint/2010/main" val="1671174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9A817C0-7E32-E506-8A13-5AE00F32226F}"/>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a:t>Initial component selection</a:t>
            </a:r>
            <a:endParaRPr lang="fi-FI" kern="0" dirty="0"/>
          </a:p>
        </p:txBody>
      </p:sp>
      <p:sp>
        <p:nvSpPr>
          <p:cNvPr id="4" name="Content Placeholder 2"/>
          <p:cNvSpPr>
            <a:spLocks noGrp="1"/>
          </p:cNvSpPr>
          <p:nvPr>
            <p:ph idx="1"/>
          </p:nvPr>
        </p:nvSpPr>
        <p:spPr>
          <a:xfrm>
            <a:off x="1484755" y="1118727"/>
            <a:ext cx="6172200" cy="4403069"/>
          </a:xfrm>
        </p:spPr>
        <p:txBody>
          <a:bodyPr/>
          <a:lstStyle/>
          <a:p>
            <a:pPr eaLnBrk="1" hangingPunct="1">
              <a:lnSpc>
                <a:spcPct val="80000"/>
              </a:lnSpc>
              <a:buFont typeface="Arial"/>
              <a:buChar char="•"/>
            </a:pPr>
            <a:r>
              <a:rPr lang="en-US" dirty="0"/>
              <a:t>Suitable components</a:t>
            </a:r>
            <a:endParaRPr lang="en-US" dirty="0">
              <a:cs typeface="Arial"/>
            </a:endParaRPr>
          </a:p>
          <a:p>
            <a:pPr marL="556895" lvl="1" indent="-213995">
              <a:lnSpc>
                <a:spcPct val="80000"/>
              </a:lnSpc>
              <a:buFont typeface="Arial"/>
              <a:buChar char="–"/>
            </a:pPr>
            <a:r>
              <a:rPr lang="en-US" dirty="0"/>
              <a:t>Match with requirement and technical specifications</a:t>
            </a:r>
            <a:endParaRPr lang="en-US" dirty="0">
              <a:cs typeface="Arial"/>
            </a:endParaRPr>
          </a:p>
          <a:p>
            <a:pPr lvl="2">
              <a:lnSpc>
                <a:spcPct val="80000"/>
              </a:lnSpc>
              <a:buFont typeface="Arial" panose="020B0604020202020204" pitchFamily="34" charset="0"/>
              <a:buChar char="•"/>
            </a:pPr>
            <a:r>
              <a:rPr lang="en-US" dirty="0">
                <a:cs typeface="Arial"/>
              </a:rPr>
              <a:t>Function, performance, technical constraints, costs etc.</a:t>
            </a:r>
          </a:p>
          <a:p>
            <a:pPr marL="556895" lvl="1" indent="-213995" eaLnBrk="1" hangingPunct="1">
              <a:lnSpc>
                <a:spcPct val="80000"/>
              </a:lnSpc>
            </a:pPr>
            <a:r>
              <a:rPr lang="en-US" dirty="0"/>
              <a:t>Solderability</a:t>
            </a:r>
            <a:endParaRPr lang="en-US" dirty="0">
              <a:cs typeface="Arial"/>
            </a:endParaRPr>
          </a:p>
          <a:p>
            <a:pPr marL="556895" lvl="1" indent="-213995" eaLnBrk="1" hangingPunct="1">
              <a:lnSpc>
                <a:spcPct val="80000"/>
              </a:lnSpc>
            </a:pPr>
            <a:r>
              <a:rPr lang="en-US" dirty="0"/>
              <a:t>Availability of software support</a:t>
            </a:r>
            <a:endParaRPr lang="en-US" dirty="0">
              <a:cs typeface="Arial"/>
            </a:endParaRPr>
          </a:p>
          <a:p>
            <a:pPr marL="0" eaLnBrk="1" hangingPunct="1">
              <a:lnSpc>
                <a:spcPct val="80000"/>
              </a:lnSpc>
              <a:buNone/>
            </a:pPr>
            <a:endParaRPr lang="en-US" dirty="0"/>
          </a:p>
          <a:p>
            <a:pPr marL="0" eaLnBrk="1" hangingPunct="1">
              <a:lnSpc>
                <a:spcPct val="80000"/>
              </a:lnSpc>
              <a:buNone/>
            </a:pPr>
            <a:r>
              <a:rPr lang="en-US" dirty="0"/>
              <a:t>How to find suitable components</a:t>
            </a:r>
          </a:p>
          <a:p>
            <a:pPr eaLnBrk="1" hangingPunct="1">
              <a:lnSpc>
                <a:spcPct val="80000"/>
              </a:lnSpc>
              <a:buFont typeface="Arial"/>
            </a:pPr>
            <a:r>
              <a:rPr lang="en-US" dirty="0"/>
              <a:t>Similar use case and project examples online</a:t>
            </a:r>
            <a:endParaRPr lang="en-US" dirty="0">
              <a:cs typeface="Arial"/>
            </a:endParaRPr>
          </a:p>
          <a:p>
            <a:pPr marL="556895" lvl="1" indent="-213995" eaLnBrk="1" hangingPunct="1">
              <a:lnSpc>
                <a:spcPct val="80000"/>
              </a:lnSpc>
            </a:pPr>
            <a:r>
              <a:rPr lang="en-US" dirty="0"/>
              <a:t>Ideas about what components to use with certain applications</a:t>
            </a:r>
            <a:endParaRPr lang="en-US" dirty="0">
              <a:cs typeface="Arial"/>
            </a:endParaRPr>
          </a:p>
          <a:p>
            <a:pPr eaLnBrk="1" hangingPunct="1">
              <a:lnSpc>
                <a:spcPct val="80000"/>
              </a:lnSpc>
              <a:buFont typeface="Arial"/>
            </a:pPr>
            <a:r>
              <a:rPr lang="en-US" dirty="0"/>
              <a:t>Datasheets, application &amp; design notes from manufacturers</a:t>
            </a:r>
            <a:endParaRPr lang="en-US" dirty="0">
              <a:solidFill>
                <a:srgbClr val="FF0000"/>
              </a:solidFill>
              <a:cs typeface="Arial"/>
            </a:endParaRPr>
          </a:p>
          <a:p>
            <a:pPr marL="556895" lvl="1" indent="-213995" eaLnBrk="1" hangingPunct="1">
              <a:lnSpc>
                <a:spcPct val="80000"/>
              </a:lnSpc>
            </a:pPr>
            <a:r>
              <a:rPr lang="en-US" dirty="0"/>
              <a:t>Information about typical applications with schematics</a:t>
            </a:r>
            <a:endParaRPr lang="en-US" dirty="0">
              <a:cs typeface="Arial"/>
            </a:endParaRPr>
          </a:p>
          <a:p>
            <a:pPr eaLnBrk="1" hangingPunct="1">
              <a:lnSpc>
                <a:spcPct val="80000"/>
              </a:lnSpc>
              <a:buFont typeface="Arial"/>
            </a:pPr>
            <a:r>
              <a:rPr lang="en-US" dirty="0"/>
              <a:t>Component suppliers (</a:t>
            </a:r>
            <a:r>
              <a:rPr lang="en-US" dirty="0" err="1"/>
              <a:t>Digikey</a:t>
            </a:r>
            <a:r>
              <a:rPr lang="en-US" dirty="0"/>
              <a:t>, Mouser, </a:t>
            </a:r>
            <a:r>
              <a:rPr lang="en-FI" dirty="0"/>
              <a:t>…</a:t>
            </a:r>
            <a:r>
              <a:rPr lang="en-US" dirty="0"/>
              <a:t>)</a:t>
            </a:r>
            <a:endParaRPr lang="en-US" dirty="0">
              <a:cs typeface="Arial"/>
            </a:endParaRPr>
          </a:p>
          <a:p>
            <a:pPr marL="556895" lvl="1" indent="-213995" eaLnBrk="1" hangingPunct="1">
              <a:lnSpc>
                <a:spcPct val="80000"/>
              </a:lnSpc>
            </a:pPr>
            <a:r>
              <a:rPr lang="en-US" dirty="0"/>
              <a:t>Component search engines in online stores</a:t>
            </a:r>
            <a:endParaRPr lang="en-US" dirty="0">
              <a:cs typeface="Arial"/>
            </a:endParaRPr>
          </a:p>
          <a:p>
            <a:pPr marL="0" indent="0" eaLnBrk="1" hangingPunct="1">
              <a:lnSpc>
                <a:spcPct val="80000"/>
              </a:lnSpc>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C7FCC-0289-3B00-FF3D-2C494EACEB37}"/>
              </a:ext>
            </a:extLst>
          </p:cNvPr>
          <p:cNvSpPr>
            <a:spLocks noGrp="1"/>
          </p:cNvSpPr>
          <p:nvPr>
            <p:ph type="title"/>
          </p:nvPr>
        </p:nvSpPr>
        <p:spPr>
          <a:xfrm>
            <a:off x="1485900" y="2428875"/>
            <a:ext cx="6172200" cy="857250"/>
          </a:xfrm>
        </p:spPr>
        <p:txBody>
          <a:bodyPr/>
          <a:lstStyle/>
          <a:p>
            <a:r>
              <a:rPr lang="fi-FI" dirty="0" err="1"/>
              <a:t>KiCad</a:t>
            </a:r>
            <a:r>
              <a:rPr lang="fi-FI" dirty="0"/>
              <a:t> EDA</a:t>
            </a:r>
            <a:br>
              <a:rPr lang="fi-FI" dirty="0"/>
            </a:br>
            <a:r>
              <a:rPr lang="fi-FI" dirty="0"/>
              <a:t>(</a:t>
            </a:r>
            <a:r>
              <a:rPr lang="fi-FI" dirty="0" err="1"/>
              <a:t>Electronics</a:t>
            </a:r>
            <a:r>
              <a:rPr lang="fi-FI" dirty="0"/>
              <a:t> Design </a:t>
            </a:r>
            <a:r>
              <a:rPr lang="fi-FI" dirty="0" err="1"/>
              <a:t>Automation</a:t>
            </a:r>
            <a:r>
              <a:rPr lang="fi-FI" dirty="0"/>
              <a:t>)</a:t>
            </a:r>
          </a:p>
        </p:txBody>
      </p:sp>
    </p:spTree>
    <p:extLst>
      <p:ext uri="{BB962C8B-B14F-4D97-AF65-F5344CB8AC3E}">
        <p14:creationId xmlns:p14="http://schemas.microsoft.com/office/powerpoint/2010/main" val="2045348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DB93D68-9D06-557F-7238-6C357C22DF28}"/>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err="1"/>
              <a:t>KiCad</a:t>
            </a:r>
            <a:r>
              <a:rPr lang="en-US" dirty="0"/>
              <a:t>, general introduction</a:t>
            </a:r>
            <a:endParaRPr lang="fi-FI" kern="0" dirty="0"/>
          </a:p>
        </p:txBody>
      </p:sp>
      <p:sp>
        <p:nvSpPr>
          <p:cNvPr id="3" name="Content Placeholder 2"/>
          <p:cNvSpPr>
            <a:spLocks noGrp="1"/>
          </p:cNvSpPr>
          <p:nvPr>
            <p:ph idx="1"/>
          </p:nvPr>
        </p:nvSpPr>
        <p:spPr>
          <a:xfrm>
            <a:off x="1485900" y="1183314"/>
            <a:ext cx="6172200" cy="3834426"/>
          </a:xfrm>
        </p:spPr>
        <p:txBody>
          <a:bodyPr/>
          <a:lstStyle/>
          <a:p>
            <a:r>
              <a:rPr lang="en-US" dirty="0" err="1"/>
              <a:t>KiCad</a:t>
            </a:r>
            <a:r>
              <a:rPr lang="en-US" dirty="0"/>
              <a:t> is a free and open-source electronic design automation suite</a:t>
            </a:r>
          </a:p>
          <a:p>
            <a:r>
              <a:rPr lang="en-US" dirty="0"/>
              <a:t>Schematic capture, printed circuit board (PCB) layout, 3D rendering, and plotting/exporting data (manufacturing data e.g.)</a:t>
            </a:r>
          </a:p>
          <a:p>
            <a:r>
              <a:rPr lang="en-US" dirty="0"/>
              <a:t>Component libraries, thousands of symbols, footprints, and 3D models</a:t>
            </a:r>
          </a:p>
          <a:p>
            <a:pPr marL="556895" lvl="1" indent="-213995"/>
            <a:r>
              <a:rPr lang="en-US" dirty="0"/>
              <a:t>Custom-made symbols and footprints also possible</a:t>
            </a:r>
            <a:endParaRPr lang="en-US" dirty="0">
              <a:cs typeface="Arial"/>
            </a:endParaRPr>
          </a:p>
          <a:p>
            <a:r>
              <a:rPr lang="en-US" dirty="0"/>
              <a:t>In this course we recommend to use the </a:t>
            </a:r>
            <a:r>
              <a:rPr lang="en-US" dirty="0" err="1"/>
              <a:t>KiCad</a:t>
            </a:r>
            <a:r>
              <a:rPr lang="en-US" dirty="0"/>
              <a:t> EDA</a:t>
            </a:r>
          </a:p>
          <a:p>
            <a:pPr marL="556895" lvl="1" indent="-213995"/>
            <a:r>
              <a:rPr lang="en-US" dirty="0">
                <a:hlinkClick r:id="rId2"/>
              </a:rPr>
              <a:t>https://www.kicad.org</a:t>
            </a:r>
            <a:r>
              <a:rPr lang="en-US" dirty="0"/>
              <a:t>, software download</a:t>
            </a:r>
            <a:endParaRPr lang="en-US" dirty="0">
              <a:cs typeface="Arial"/>
            </a:endParaRPr>
          </a:p>
          <a:p>
            <a:pPr marL="556895" lvl="1" indent="-213995"/>
            <a:r>
              <a:rPr lang="en-US" dirty="0">
                <a:hlinkClick r:id="rId3"/>
              </a:rPr>
              <a:t>https://docs.kicad.org/</a:t>
            </a:r>
            <a:r>
              <a:rPr lang="en-US" dirty="0"/>
              <a:t>, instructions and guides</a:t>
            </a:r>
            <a:endParaRPr lang="en-US" dirty="0">
              <a:cs typeface="Arial"/>
            </a:endParaRPr>
          </a:p>
          <a:p>
            <a:pPr lvl="2"/>
            <a:r>
              <a:rPr lang="en-US" dirty="0"/>
              <a:t>Basic terminology, workflow, library settings, design examples etc.</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D629C58-DF98-97D2-8348-CFDC22E8BC99}"/>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err="1"/>
              <a:t>KiCad</a:t>
            </a:r>
            <a:r>
              <a:rPr lang="en-US" dirty="0"/>
              <a:t> workflow on high level</a:t>
            </a:r>
            <a:endParaRPr lang="fi-FI" kern="0" dirty="0"/>
          </a:p>
        </p:txBody>
      </p:sp>
      <p:sp>
        <p:nvSpPr>
          <p:cNvPr id="3" name="Content Placeholder 2"/>
          <p:cNvSpPr>
            <a:spLocks noGrp="1"/>
          </p:cNvSpPr>
          <p:nvPr>
            <p:ph idx="1"/>
          </p:nvPr>
        </p:nvSpPr>
        <p:spPr>
          <a:xfrm>
            <a:off x="1485900" y="1147310"/>
            <a:ext cx="6172200" cy="4374486"/>
          </a:xfrm>
        </p:spPr>
        <p:txBody>
          <a:bodyPr/>
          <a:lstStyle/>
          <a:p>
            <a:pPr marL="0" indent="0">
              <a:buNone/>
            </a:pPr>
            <a:r>
              <a:rPr lang="en-US" dirty="0"/>
              <a:t>Main design steps of the workflow at a high level</a:t>
            </a:r>
          </a:p>
          <a:p>
            <a:pPr marL="342900" indent="-342900">
              <a:buFont typeface="+mj-lt"/>
              <a:buAutoNum type="arabicPeriod"/>
            </a:pPr>
            <a:r>
              <a:rPr lang="en-US" dirty="0"/>
              <a:t>Create a new project</a:t>
            </a:r>
          </a:p>
          <a:p>
            <a:pPr marL="342900" indent="-342900">
              <a:buFont typeface="+mj-lt"/>
              <a:buAutoNum type="arabicPeriod"/>
            </a:pPr>
            <a:r>
              <a:rPr lang="en-US" dirty="0"/>
              <a:t>Schematic design (</a:t>
            </a:r>
            <a:r>
              <a:rPr lang="en-US" dirty="0">
                <a:solidFill>
                  <a:srgbClr val="00B050"/>
                </a:solidFill>
              </a:rPr>
              <a:t>Schematic Editor</a:t>
            </a:r>
            <a:r>
              <a:rPr lang="en-US" dirty="0"/>
              <a:t>)</a:t>
            </a:r>
          </a:p>
          <a:p>
            <a:pPr lvl="1">
              <a:buFont typeface="Arial" panose="020B0604020202020204" pitchFamily="34" charset="0"/>
              <a:buChar char="•"/>
            </a:pPr>
            <a:r>
              <a:rPr lang="en-US" dirty="0"/>
              <a:t>Symbolic representation of the circuit, components and their interconnections</a:t>
            </a:r>
          </a:p>
          <a:p>
            <a:pPr lvl="1">
              <a:buFont typeface="Arial" panose="020B0604020202020204" pitchFamily="34" charset="0"/>
              <a:buChar char="•"/>
            </a:pPr>
            <a:r>
              <a:rPr lang="en-US" dirty="0"/>
              <a:t>Footprint assignment</a:t>
            </a:r>
          </a:p>
          <a:p>
            <a:pPr lvl="1">
              <a:buFont typeface="Arial" panose="020B0604020202020204" pitchFamily="34" charset="0"/>
              <a:buChar char="•"/>
            </a:pPr>
            <a:r>
              <a:rPr lang="en-US" dirty="0"/>
              <a:t>Components as schematic symbols</a:t>
            </a:r>
          </a:p>
          <a:p>
            <a:pPr marL="342900" indent="-342900">
              <a:buFont typeface="+mj-lt"/>
              <a:buAutoNum type="arabicPeriod"/>
            </a:pPr>
            <a:r>
              <a:rPr lang="en-US" dirty="0"/>
              <a:t>PCB layout design (</a:t>
            </a:r>
            <a:r>
              <a:rPr lang="en-US" dirty="0">
                <a:solidFill>
                  <a:srgbClr val="00B050"/>
                </a:solidFill>
              </a:rPr>
              <a:t>PCB Editor</a:t>
            </a:r>
            <a:r>
              <a:rPr lang="en-US" dirty="0"/>
              <a:t>)</a:t>
            </a:r>
          </a:p>
          <a:p>
            <a:pPr lvl="1">
              <a:buFont typeface="Arial" panose="020B0604020202020204" pitchFamily="34" charset="0"/>
              <a:buChar char="•"/>
            </a:pPr>
            <a:r>
              <a:rPr lang="en-US" dirty="0"/>
              <a:t>Physical realization of the schematic</a:t>
            </a:r>
          </a:p>
          <a:p>
            <a:pPr lvl="1">
              <a:buFont typeface="Arial" panose="020B0604020202020204" pitchFamily="34" charset="0"/>
              <a:buChar char="•"/>
            </a:pPr>
            <a:r>
              <a:rPr lang="en-US" dirty="0"/>
              <a:t>Components as footprints</a:t>
            </a:r>
          </a:p>
          <a:p>
            <a:pPr marL="342900" indent="-342900">
              <a:buFont typeface="+mj-lt"/>
              <a:buAutoNum type="arabicPeriod"/>
            </a:pPr>
            <a:r>
              <a:rPr lang="en-US" dirty="0"/>
              <a:t>Fabrication outputs</a:t>
            </a:r>
          </a:p>
          <a:p>
            <a:pPr lvl="1">
              <a:buFont typeface="Arial" panose="020B0604020202020204" pitchFamily="34" charset="0"/>
              <a:buChar char="•"/>
            </a:pPr>
            <a:r>
              <a:rPr lang="en-US" dirty="0"/>
              <a:t>Data files for PCB manufacturing process (layers, traces, footprints, ground copper areas, vias, holes etc.)</a:t>
            </a:r>
          </a:p>
        </p:txBody>
      </p:sp>
    </p:spTree>
    <p:extLst>
      <p:ext uri="{BB962C8B-B14F-4D97-AF65-F5344CB8AC3E}">
        <p14:creationId xmlns:p14="http://schemas.microsoft.com/office/powerpoint/2010/main" val="5067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ED65A-0E40-6098-B330-4B4185D4C4E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6449B3A-CF9E-EA6C-4677-1018242B078A}"/>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a:t>Need for self-learning to make progress</a:t>
            </a:r>
            <a:endParaRPr lang="fi-FI" kern="0" dirty="0"/>
          </a:p>
        </p:txBody>
      </p:sp>
      <p:sp>
        <p:nvSpPr>
          <p:cNvPr id="3" name="Content Placeholder 2">
            <a:extLst>
              <a:ext uri="{FF2B5EF4-FFF2-40B4-BE49-F238E27FC236}">
                <a16:creationId xmlns:a16="http://schemas.microsoft.com/office/drawing/2014/main" id="{855E5429-82E2-0ECB-E3AF-6FA5A0F4589B}"/>
              </a:ext>
            </a:extLst>
          </p:cNvPr>
          <p:cNvSpPr>
            <a:spLocks noGrp="1"/>
          </p:cNvSpPr>
          <p:nvPr>
            <p:ph idx="1"/>
          </p:nvPr>
        </p:nvSpPr>
        <p:spPr>
          <a:xfrm>
            <a:off x="1485900" y="1147310"/>
            <a:ext cx="6172200" cy="4374486"/>
          </a:xfrm>
        </p:spPr>
        <p:txBody>
          <a:bodyPr/>
          <a:lstStyle/>
          <a:p>
            <a:r>
              <a:rPr lang="en-US" dirty="0"/>
              <a:t>Some practical instructions and tips related to schematics and layout design practices are given</a:t>
            </a:r>
          </a:p>
          <a:p>
            <a:r>
              <a:rPr lang="en-US" dirty="0"/>
              <a:t>Far form all-inclusive</a:t>
            </a:r>
          </a:p>
          <a:p>
            <a:r>
              <a:rPr lang="en-US" dirty="0"/>
              <a:t>Independent study is absolutely needed</a:t>
            </a:r>
          </a:p>
          <a:p>
            <a:pPr lvl="1"/>
            <a:r>
              <a:rPr lang="en-US" dirty="0"/>
              <a:t>As a team and as individuals</a:t>
            </a:r>
          </a:p>
          <a:p>
            <a:pPr lvl="1"/>
            <a:endParaRPr lang="en-US" dirty="0"/>
          </a:p>
          <a:p>
            <a:r>
              <a:rPr lang="en-US" dirty="0" err="1"/>
              <a:t>KiCad</a:t>
            </a:r>
            <a:r>
              <a:rPr lang="en-US" dirty="0"/>
              <a:t> instructions, start here!</a:t>
            </a:r>
          </a:p>
          <a:p>
            <a:pPr lvl="1"/>
            <a:r>
              <a:rPr lang="en-US" dirty="0">
                <a:hlinkClick r:id="rId2"/>
              </a:rPr>
              <a:t>https://docs.kicad.org/</a:t>
            </a:r>
            <a:endParaRPr lang="en-US" dirty="0"/>
          </a:p>
          <a:p>
            <a:pPr lvl="1"/>
            <a:r>
              <a:rPr lang="en-US" dirty="0"/>
              <a:t>Cover whole design process</a:t>
            </a:r>
          </a:p>
          <a:p>
            <a:pPr lvl="2"/>
            <a:r>
              <a:rPr lang="en-US" dirty="0"/>
              <a:t>Introduction, Getting started</a:t>
            </a:r>
          </a:p>
          <a:p>
            <a:pPr lvl="2">
              <a:buFont typeface="Arial" panose="020B0604020202020204" pitchFamily="34" charset="0"/>
              <a:buChar char="•"/>
            </a:pPr>
            <a:r>
              <a:rPr lang="en-US" dirty="0"/>
              <a:t>Schematics</a:t>
            </a:r>
          </a:p>
          <a:p>
            <a:pPr lvl="2">
              <a:buFont typeface="Arial" panose="020B0604020202020204" pitchFamily="34" charset="0"/>
              <a:buChar char="•"/>
            </a:pPr>
            <a:r>
              <a:rPr lang="en-US" dirty="0"/>
              <a:t>Layout</a:t>
            </a:r>
          </a:p>
          <a:p>
            <a:pPr lvl="2">
              <a:buFont typeface="Arial" panose="020B0604020202020204" pitchFamily="34" charset="0"/>
              <a:buChar char="•"/>
            </a:pPr>
            <a:r>
              <a:rPr lang="en-US" dirty="0"/>
              <a:t>Fabrication outputs etc.</a:t>
            </a:r>
          </a:p>
          <a:p>
            <a:pPr lvl="1"/>
            <a:r>
              <a:rPr lang="en-US" dirty="0"/>
              <a:t>Instructions, guides, examples</a:t>
            </a:r>
          </a:p>
          <a:p>
            <a:pPr lvl="1"/>
            <a:endParaRPr lang="en-US" dirty="0"/>
          </a:p>
          <a:p>
            <a:r>
              <a:rPr lang="en-US" dirty="0"/>
              <a:t>More resources by searching online</a:t>
            </a:r>
          </a:p>
        </p:txBody>
      </p:sp>
    </p:spTree>
    <p:extLst>
      <p:ext uri="{BB962C8B-B14F-4D97-AF65-F5344CB8AC3E}">
        <p14:creationId xmlns:p14="http://schemas.microsoft.com/office/powerpoint/2010/main" val="2363097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FAC73-7973-9487-34C1-1DCA85974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51A94-2D5C-DAD0-4369-D3CB00EEE4E8}"/>
              </a:ext>
            </a:extLst>
          </p:cNvPr>
          <p:cNvSpPr>
            <a:spLocks noGrp="1"/>
          </p:cNvSpPr>
          <p:nvPr>
            <p:ph type="title"/>
          </p:nvPr>
        </p:nvSpPr>
        <p:spPr>
          <a:xfrm>
            <a:off x="1485900" y="2428875"/>
            <a:ext cx="6172200" cy="857250"/>
          </a:xfrm>
        </p:spPr>
        <p:txBody>
          <a:bodyPr/>
          <a:lstStyle/>
          <a:p>
            <a:r>
              <a:rPr lang="fi-FI" dirty="0" err="1"/>
              <a:t>KiCad</a:t>
            </a:r>
            <a:r>
              <a:rPr lang="fi-FI" dirty="0"/>
              <a:t> </a:t>
            </a:r>
            <a:r>
              <a:rPr lang="fi-FI" dirty="0" err="1"/>
              <a:t>schematic</a:t>
            </a:r>
            <a:r>
              <a:rPr lang="fi-FI" dirty="0"/>
              <a:t> design</a:t>
            </a:r>
          </a:p>
        </p:txBody>
      </p:sp>
    </p:spTree>
    <p:extLst>
      <p:ext uri="{BB962C8B-B14F-4D97-AF65-F5344CB8AC3E}">
        <p14:creationId xmlns:p14="http://schemas.microsoft.com/office/powerpoint/2010/main" val="3662818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03458-8846-3C45-34EE-09390AC11F5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2CE80A8-A57B-3012-AEE4-4DF75AE412A0}"/>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a:t>Schematic design workflow in a nutshell</a:t>
            </a:r>
            <a:endParaRPr lang="fi-FI" kern="0" dirty="0"/>
          </a:p>
        </p:txBody>
      </p:sp>
      <p:sp>
        <p:nvSpPr>
          <p:cNvPr id="3" name="Content Placeholder 2">
            <a:extLst>
              <a:ext uri="{FF2B5EF4-FFF2-40B4-BE49-F238E27FC236}">
                <a16:creationId xmlns:a16="http://schemas.microsoft.com/office/drawing/2014/main" id="{62A7ACE1-9E33-E456-E981-48DEE085E684}"/>
              </a:ext>
            </a:extLst>
          </p:cNvPr>
          <p:cNvSpPr>
            <a:spLocks noGrp="1"/>
          </p:cNvSpPr>
          <p:nvPr>
            <p:ph idx="1"/>
          </p:nvPr>
        </p:nvSpPr>
        <p:spPr>
          <a:xfrm>
            <a:off x="1485900" y="1075302"/>
            <a:ext cx="6172200" cy="4374486"/>
          </a:xfrm>
        </p:spPr>
        <p:txBody>
          <a:bodyPr/>
          <a:lstStyle/>
          <a:p>
            <a:pPr marL="342900" indent="-342900">
              <a:buFont typeface="+mj-lt"/>
              <a:buAutoNum type="arabicPeriod"/>
            </a:pPr>
            <a:r>
              <a:rPr lang="en-US" dirty="0"/>
              <a:t>Initial preparations</a:t>
            </a:r>
          </a:p>
          <a:p>
            <a:pPr marL="556895" lvl="1" indent="-213995">
              <a:buFont typeface="Arial" panose="020B0604020202020204" pitchFamily="34" charset="0"/>
              <a:buChar char="•"/>
            </a:pPr>
            <a:r>
              <a:rPr lang="en-US" dirty="0"/>
              <a:t>Create a new project</a:t>
            </a:r>
            <a:endParaRPr lang="en-US" dirty="0">
              <a:cs typeface="Arial"/>
            </a:endParaRPr>
          </a:p>
          <a:p>
            <a:pPr marL="556895" lvl="1" indent="-213995">
              <a:buFont typeface="Arial" panose="020B0604020202020204" pitchFamily="34" charset="0"/>
              <a:buChar char="•"/>
            </a:pPr>
            <a:r>
              <a:rPr lang="en-US" dirty="0">
                <a:cs typeface="Arial"/>
              </a:rPr>
              <a:t>Electrical rules</a:t>
            </a:r>
            <a:endParaRPr lang="en-US" dirty="0"/>
          </a:p>
          <a:p>
            <a:pPr marL="556895" lvl="1" indent="-213995">
              <a:buFont typeface="Arial" panose="020B0604020202020204" pitchFamily="34" charset="0"/>
              <a:buChar char="•"/>
            </a:pPr>
            <a:r>
              <a:rPr lang="en-US" dirty="0"/>
              <a:t>Setting up symbol library table</a:t>
            </a:r>
            <a:endParaRPr lang="en-US" dirty="0">
              <a:cs typeface="Arial"/>
            </a:endParaRPr>
          </a:p>
          <a:p>
            <a:pPr marL="556895" lvl="1" indent="-213995">
              <a:buFont typeface="Arial" panose="020B0604020202020204" pitchFamily="34" charset="0"/>
              <a:buChar char="•"/>
            </a:pPr>
            <a:r>
              <a:rPr lang="en-US" dirty="0"/>
              <a:t>Preferences (schematic editor)</a:t>
            </a:r>
            <a:endParaRPr lang="en-US" dirty="0">
              <a:cs typeface="Arial"/>
            </a:endParaRPr>
          </a:p>
          <a:p>
            <a:pPr marL="556895" lvl="1" indent="-213995">
              <a:buFont typeface="Arial" panose="020B0604020202020204" pitchFamily="34" charset="0"/>
              <a:buChar char="•"/>
            </a:pPr>
            <a:r>
              <a:rPr lang="en-US" dirty="0"/>
              <a:t>Schematic sheet setup</a:t>
            </a:r>
            <a:endParaRPr lang="en-US" dirty="0">
              <a:cs typeface="Arial"/>
            </a:endParaRPr>
          </a:p>
          <a:p>
            <a:pPr marL="342900" indent="-342900">
              <a:buFont typeface="+mj-lt"/>
              <a:buAutoNum type="arabicPeriod"/>
            </a:pPr>
            <a:r>
              <a:rPr lang="en-US" dirty="0"/>
              <a:t>Add schematic symbols (i.e. schematic components)</a:t>
            </a:r>
          </a:p>
          <a:p>
            <a:pPr marL="342900" indent="-342900">
              <a:buFont typeface="+mj-lt"/>
              <a:buAutoNum type="arabicPeriod"/>
            </a:pPr>
            <a:r>
              <a:rPr lang="en-US" dirty="0"/>
              <a:t>Add connections between symbols (see datasheets)</a:t>
            </a:r>
          </a:p>
          <a:p>
            <a:pPr marL="342900" indent="-342900">
              <a:buFont typeface="+mj-lt"/>
              <a:buAutoNum type="arabicPeriod"/>
            </a:pPr>
            <a:r>
              <a:rPr lang="en-US" dirty="0"/>
              <a:t>Annotation and footprint assignment (take extra care in the latter!)</a:t>
            </a:r>
          </a:p>
          <a:p>
            <a:pPr marL="342900" indent="-342900">
              <a:buFont typeface="+mj-lt"/>
              <a:buAutoNum type="arabicPeriod"/>
            </a:pPr>
            <a:r>
              <a:rPr lang="en-US" dirty="0"/>
              <a:t>Electrical Rules Check (electrical errors, connection issues etc.)</a:t>
            </a:r>
          </a:p>
          <a:p>
            <a:pPr marL="342900" indent="-342900">
              <a:buFont typeface="+mj-lt"/>
              <a:buAutoNum type="arabicPeriod"/>
            </a:pPr>
            <a:r>
              <a:rPr lang="en-US" dirty="0"/>
              <a:t>Netlist (required for layout design)</a:t>
            </a:r>
          </a:p>
          <a:p>
            <a:pPr marL="342900" indent="-342900">
              <a:buFont typeface="+mj-lt"/>
              <a:buAutoNum type="arabicPeriod"/>
            </a:pPr>
            <a:r>
              <a:rPr lang="en-US" dirty="0"/>
              <a:t>Bill of Materials (components of the design =&gt; shopping list)</a:t>
            </a:r>
            <a:endParaRPr lang="en-US" sz="1500" dirty="0"/>
          </a:p>
        </p:txBody>
      </p:sp>
    </p:spTree>
    <p:extLst>
      <p:ext uri="{BB962C8B-B14F-4D97-AF65-F5344CB8AC3E}">
        <p14:creationId xmlns:p14="http://schemas.microsoft.com/office/powerpoint/2010/main" val="1172172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F4C8-1A02-A28D-7356-F80D60E39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7239A-E12E-A5B6-5A04-9D063CF81D91}"/>
              </a:ext>
            </a:extLst>
          </p:cNvPr>
          <p:cNvSpPr>
            <a:spLocks noGrp="1"/>
          </p:cNvSpPr>
          <p:nvPr>
            <p:ph type="title"/>
          </p:nvPr>
        </p:nvSpPr>
        <p:spPr/>
        <p:txBody>
          <a:bodyPr/>
          <a:lstStyle/>
          <a:p>
            <a:r>
              <a:rPr lang="fi-FI" dirty="0" err="1"/>
              <a:t>Schematic</a:t>
            </a:r>
            <a:r>
              <a:rPr lang="fi-FI" dirty="0"/>
              <a:t> design </a:t>
            </a:r>
            <a:r>
              <a:rPr lang="fi-FI" dirty="0" err="1"/>
              <a:t>rules</a:t>
            </a:r>
            <a:endParaRPr lang="fi-FI" dirty="0"/>
          </a:p>
        </p:txBody>
      </p:sp>
      <p:sp>
        <p:nvSpPr>
          <p:cNvPr id="3" name="Content Placeholder 2">
            <a:extLst>
              <a:ext uri="{FF2B5EF4-FFF2-40B4-BE49-F238E27FC236}">
                <a16:creationId xmlns:a16="http://schemas.microsoft.com/office/drawing/2014/main" id="{B98B0F1B-1B07-7A77-10EF-049C91AD561C}"/>
              </a:ext>
            </a:extLst>
          </p:cNvPr>
          <p:cNvSpPr>
            <a:spLocks noGrp="1"/>
          </p:cNvSpPr>
          <p:nvPr>
            <p:ph idx="1"/>
          </p:nvPr>
        </p:nvSpPr>
        <p:spPr>
          <a:xfrm>
            <a:off x="1705328" y="1129308"/>
            <a:ext cx="8229600" cy="3771636"/>
          </a:xfrm>
        </p:spPr>
        <p:txBody>
          <a:bodyPr/>
          <a:lstStyle/>
          <a:p>
            <a:r>
              <a:rPr lang="en-US" altLang="fi-FI" dirty="0"/>
              <a:t>Purpose is to ensure</a:t>
            </a:r>
          </a:p>
          <a:p>
            <a:pPr lvl="1"/>
            <a:r>
              <a:rPr lang="en-US" altLang="fi-FI" dirty="0"/>
              <a:t>Connectivity</a:t>
            </a:r>
          </a:p>
          <a:p>
            <a:pPr lvl="1"/>
            <a:r>
              <a:rPr lang="en-US" altLang="fi-FI" dirty="0"/>
              <a:t>Functionality</a:t>
            </a:r>
          </a:p>
          <a:p>
            <a:pPr lvl="1"/>
            <a:r>
              <a:rPr lang="en-US" altLang="fi-FI" dirty="0"/>
              <a:t>Readability</a:t>
            </a:r>
          </a:p>
          <a:p>
            <a:pPr lvl="1"/>
            <a:r>
              <a:rPr lang="en-US" altLang="fi-FI" dirty="0"/>
              <a:t>Manufacturability</a:t>
            </a:r>
          </a:p>
          <a:p>
            <a:r>
              <a:rPr lang="en-US" altLang="fi-FI" dirty="0"/>
              <a:t>Examples of design rule types</a:t>
            </a:r>
          </a:p>
          <a:p>
            <a:pPr lvl="1"/>
            <a:r>
              <a:rPr lang="en-US" altLang="fi-FI" dirty="0"/>
              <a:t>Connectivity (pins, wires)</a:t>
            </a:r>
          </a:p>
          <a:p>
            <a:pPr lvl="1"/>
            <a:r>
              <a:rPr lang="en-US" altLang="fi-FI" dirty="0"/>
              <a:t>Conflicts (duplicate reference designators)</a:t>
            </a:r>
          </a:p>
          <a:p>
            <a:pPr lvl="1"/>
            <a:r>
              <a:rPr lang="en-US" altLang="fi-FI" dirty="0" err="1"/>
              <a:t>Miscellaneuous</a:t>
            </a:r>
            <a:r>
              <a:rPr lang="en-US" altLang="fi-FI" dirty="0"/>
              <a:t> (missing annotation, similar labels)</a:t>
            </a:r>
          </a:p>
          <a:p>
            <a:pPr lvl="1"/>
            <a:r>
              <a:rPr lang="en-US" altLang="fi-FI" dirty="0"/>
              <a:t>Pin conflicts (pin </a:t>
            </a:r>
            <a:r>
              <a:rPr lang="en-US" altLang="fi-FI" dirty="0" err="1"/>
              <a:t>cofigurations</a:t>
            </a:r>
            <a:r>
              <a:rPr lang="en-US" altLang="fi-FI" dirty="0"/>
              <a:t>, no connection)</a:t>
            </a:r>
          </a:p>
          <a:p>
            <a:r>
              <a:rPr lang="en-US" altLang="fi-FI" dirty="0"/>
              <a:t>Severity of violations (error, warning, ignore)</a:t>
            </a:r>
          </a:p>
          <a:p>
            <a:endParaRPr lang="en-US" altLang="fi-FI" dirty="0"/>
          </a:p>
          <a:p>
            <a:r>
              <a:rPr lang="en-US" altLang="fi-FI" dirty="0"/>
              <a:t>Start with default design rules settings</a:t>
            </a:r>
          </a:p>
        </p:txBody>
      </p:sp>
    </p:spTree>
    <p:extLst>
      <p:ext uri="{BB962C8B-B14F-4D97-AF65-F5344CB8AC3E}">
        <p14:creationId xmlns:p14="http://schemas.microsoft.com/office/powerpoint/2010/main" val="866455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0DBE7-1D74-A6D2-3813-82138C45F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697BB-1912-FB43-E9A2-1EC2B283A6F4}"/>
              </a:ext>
            </a:extLst>
          </p:cNvPr>
          <p:cNvSpPr>
            <a:spLocks noGrp="1"/>
          </p:cNvSpPr>
          <p:nvPr>
            <p:ph type="title"/>
          </p:nvPr>
        </p:nvSpPr>
        <p:spPr/>
        <p:txBody>
          <a:bodyPr/>
          <a:lstStyle/>
          <a:p>
            <a:r>
              <a:rPr lang="fi-FI" dirty="0"/>
              <a:t>A </a:t>
            </a:r>
            <a:r>
              <a:rPr lang="fi-FI" dirty="0" err="1"/>
              <a:t>good</a:t>
            </a:r>
            <a:r>
              <a:rPr lang="fi-FI" dirty="0"/>
              <a:t> </a:t>
            </a:r>
            <a:r>
              <a:rPr lang="fi-FI" dirty="0" err="1"/>
              <a:t>schematic</a:t>
            </a:r>
            <a:r>
              <a:rPr lang="fi-FI" dirty="0"/>
              <a:t> </a:t>
            </a:r>
            <a:r>
              <a:rPr lang="fi-FI" dirty="0" err="1"/>
              <a:t>diagram</a:t>
            </a:r>
            <a:endParaRPr lang="fi-FI" dirty="0"/>
          </a:p>
        </p:txBody>
      </p:sp>
      <p:sp>
        <p:nvSpPr>
          <p:cNvPr id="3" name="Content Placeholder 2">
            <a:extLst>
              <a:ext uri="{FF2B5EF4-FFF2-40B4-BE49-F238E27FC236}">
                <a16:creationId xmlns:a16="http://schemas.microsoft.com/office/drawing/2014/main" id="{AF6AE222-A859-D0E7-0E05-BAAD6AA87DAD}"/>
              </a:ext>
            </a:extLst>
          </p:cNvPr>
          <p:cNvSpPr>
            <a:spLocks noGrp="1"/>
          </p:cNvSpPr>
          <p:nvPr>
            <p:ph idx="1"/>
          </p:nvPr>
        </p:nvSpPr>
        <p:spPr>
          <a:xfrm>
            <a:off x="1705328" y="1129308"/>
            <a:ext cx="8229600" cy="3771636"/>
          </a:xfrm>
        </p:spPr>
        <p:txBody>
          <a:bodyPr/>
          <a:lstStyle/>
          <a:p>
            <a:pPr marL="342900" indent="-342900">
              <a:buFont typeface="+mj-lt"/>
              <a:buAutoNum type="arabicPeriod"/>
            </a:pPr>
            <a:r>
              <a:rPr lang="en-US" altLang="fi-FI" dirty="0"/>
              <a:t>Purpose of reading schematics e.g.</a:t>
            </a:r>
          </a:p>
          <a:p>
            <a:pPr lvl="1"/>
            <a:r>
              <a:rPr lang="en-US" altLang="fi-FI" dirty="0"/>
              <a:t>Symbolic presentation of circuit or system, (components, interconnections)</a:t>
            </a:r>
          </a:p>
          <a:p>
            <a:pPr lvl="1"/>
            <a:r>
              <a:rPr lang="en-US" altLang="fi-FI" dirty="0"/>
              <a:t>Understanding how systems and </a:t>
            </a:r>
            <a:r>
              <a:rPr lang="en-US" altLang="fi-FI"/>
              <a:t>components function</a:t>
            </a:r>
            <a:endParaRPr lang="en-US" altLang="fi-FI" dirty="0"/>
          </a:p>
          <a:p>
            <a:pPr lvl="1"/>
            <a:r>
              <a:rPr lang="en-US" altLang="fi-FI" dirty="0"/>
              <a:t>Manufacturing and assembly of systems</a:t>
            </a:r>
          </a:p>
          <a:p>
            <a:pPr lvl="1"/>
            <a:r>
              <a:rPr lang="en-US" altLang="fi-FI" dirty="0"/>
              <a:t>Testing, troubleshooting and repairing</a:t>
            </a:r>
          </a:p>
          <a:p>
            <a:pPr marL="342900" indent="-342900">
              <a:buFont typeface="+mj-lt"/>
              <a:buAutoNum type="arabicPeriod"/>
            </a:pPr>
            <a:r>
              <a:rPr lang="en-US" altLang="fi-FI" dirty="0"/>
              <a:t>Key features</a:t>
            </a:r>
          </a:p>
          <a:p>
            <a:pPr lvl="1"/>
            <a:r>
              <a:rPr lang="en-US" altLang="fi-FI" dirty="0"/>
              <a:t>Clear, readable and unambiguous</a:t>
            </a:r>
          </a:p>
          <a:p>
            <a:pPr lvl="1"/>
            <a:r>
              <a:rPr lang="en-US" altLang="fi-FI" dirty="0"/>
              <a:t>Logically structured</a:t>
            </a:r>
          </a:p>
          <a:p>
            <a:pPr lvl="1"/>
            <a:r>
              <a:rPr lang="en-US" altLang="fi-FI" dirty="0"/>
              <a:t>Functional grouping of components</a:t>
            </a:r>
          </a:p>
          <a:p>
            <a:pPr lvl="1"/>
            <a:r>
              <a:rPr lang="en-US" altLang="fi-FI" dirty="0"/>
              <a:t>Unique labels for each components</a:t>
            </a:r>
          </a:p>
          <a:p>
            <a:pPr lvl="1"/>
            <a:r>
              <a:rPr lang="en-US" altLang="fi-FI" dirty="0"/>
              <a:t>Net labels instead of long messy wire bundles</a:t>
            </a:r>
          </a:p>
          <a:p>
            <a:pPr lvl="1"/>
            <a:r>
              <a:rPr lang="en-US" altLang="fi-FI" dirty="0"/>
              <a:t>Standard symbols for components</a:t>
            </a:r>
          </a:p>
          <a:p>
            <a:pPr lvl="1"/>
            <a:r>
              <a:rPr lang="en-US" altLang="fi-FI" dirty="0"/>
              <a:t>Comments for further understanding and information</a:t>
            </a:r>
          </a:p>
          <a:p>
            <a:pPr marL="342900" indent="-342900">
              <a:buFont typeface="+mj-lt"/>
              <a:buAutoNum type="arabicPeriod"/>
            </a:pPr>
            <a:r>
              <a:rPr lang="en-US" altLang="fi-FI" dirty="0"/>
              <a:t>Personnel reading schematics</a:t>
            </a:r>
          </a:p>
          <a:p>
            <a:pPr lvl="1"/>
            <a:r>
              <a:rPr lang="en-US" altLang="fi-FI" dirty="0"/>
              <a:t>Other designers</a:t>
            </a:r>
          </a:p>
          <a:p>
            <a:pPr lvl="1"/>
            <a:r>
              <a:rPr lang="en-US" altLang="fi-FI" dirty="0"/>
              <a:t>Technicians</a:t>
            </a:r>
          </a:p>
        </p:txBody>
      </p:sp>
    </p:spTree>
    <p:extLst>
      <p:ext uri="{BB962C8B-B14F-4D97-AF65-F5344CB8AC3E}">
        <p14:creationId xmlns:p14="http://schemas.microsoft.com/office/powerpoint/2010/main" val="2608565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485900" y="427230"/>
            <a:ext cx="6172200" cy="529568"/>
          </a:xfrm>
        </p:spPr>
        <p:txBody>
          <a:bodyPr/>
          <a:lstStyle/>
          <a:p>
            <a:r>
              <a:rPr lang="en-US" altLang="fi-FI" dirty="0"/>
              <a:t>Practical schematic design, general</a:t>
            </a:r>
          </a:p>
        </p:txBody>
      </p:sp>
      <p:sp>
        <p:nvSpPr>
          <p:cNvPr id="14339" name="Content Placeholder 2"/>
          <p:cNvSpPr>
            <a:spLocks noGrp="1"/>
          </p:cNvSpPr>
          <p:nvPr>
            <p:ph idx="1"/>
          </p:nvPr>
        </p:nvSpPr>
        <p:spPr>
          <a:xfrm>
            <a:off x="1485900" y="1021296"/>
            <a:ext cx="6896100" cy="4104456"/>
          </a:xfrm>
        </p:spPr>
        <p:txBody>
          <a:bodyPr/>
          <a:lstStyle/>
          <a:p>
            <a:pPr eaLnBrk="1" hangingPunct="1">
              <a:lnSpc>
                <a:spcPct val="80000"/>
              </a:lnSpc>
            </a:pPr>
            <a:r>
              <a:rPr lang="en-US" dirty="0"/>
              <a:t>Start creating block diagrams</a:t>
            </a:r>
          </a:p>
          <a:p>
            <a:pPr marL="556895" lvl="1" indent="-213995" eaLnBrk="1" hangingPunct="1">
              <a:lnSpc>
                <a:spcPct val="80000"/>
              </a:lnSpc>
            </a:pPr>
            <a:r>
              <a:rPr lang="en-US" dirty="0"/>
              <a:t>High-level view of functional blocks</a:t>
            </a:r>
            <a:endParaRPr lang="en-US" dirty="0">
              <a:cs typeface="Arial"/>
            </a:endParaRPr>
          </a:p>
          <a:p>
            <a:pPr marL="856932" lvl="2" indent="-213995" eaLnBrk="1" hangingPunct="1">
              <a:lnSpc>
                <a:spcPct val="80000"/>
              </a:lnSpc>
            </a:pPr>
            <a:r>
              <a:rPr lang="en-US" dirty="0"/>
              <a:t>Power supply, MCU, sensors, actuators etc.</a:t>
            </a:r>
            <a:endParaRPr lang="en-US" dirty="0">
              <a:cs typeface="Arial"/>
            </a:endParaRPr>
          </a:p>
          <a:p>
            <a:pPr marL="556895" lvl="1" indent="-213995" eaLnBrk="1" hangingPunct="1">
              <a:lnSpc>
                <a:spcPct val="80000"/>
              </a:lnSpc>
            </a:pPr>
            <a:endParaRPr lang="en-US" dirty="0">
              <a:cs typeface="Arial"/>
            </a:endParaRPr>
          </a:p>
          <a:p>
            <a:pPr eaLnBrk="1" hangingPunct="1">
              <a:lnSpc>
                <a:spcPct val="80000"/>
              </a:lnSpc>
            </a:pPr>
            <a:r>
              <a:rPr lang="en-US" dirty="0"/>
              <a:t>Hierarchical schematic design</a:t>
            </a:r>
          </a:p>
          <a:p>
            <a:pPr marL="556895" lvl="1" indent="-213995" eaLnBrk="1" hangingPunct="1">
              <a:lnSpc>
                <a:spcPct val="80000"/>
              </a:lnSpc>
            </a:pPr>
            <a:r>
              <a:rPr lang="en-US" dirty="0"/>
              <a:t>Multiple hierarchical sheets according to different functions</a:t>
            </a:r>
            <a:endParaRPr lang="en-US" dirty="0">
              <a:cs typeface="Arial"/>
            </a:endParaRPr>
          </a:p>
          <a:p>
            <a:pPr lvl="2" eaLnBrk="1" hangingPunct="1">
              <a:lnSpc>
                <a:spcPct val="80000"/>
              </a:lnSpc>
            </a:pPr>
            <a:r>
              <a:rPr lang="en-US" dirty="0"/>
              <a:t>Sensors and interfaces on one sheet</a:t>
            </a:r>
          </a:p>
          <a:p>
            <a:pPr lvl="2" eaLnBrk="1" hangingPunct="1">
              <a:lnSpc>
                <a:spcPct val="80000"/>
              </a:lnSpc>
            </a:pPr>
            <a:r>
              <a:rPr lang="en-US" dirty="0"/>
              <a:t>Power supply components on one sheet</a:t>
            </a:r>
          </a:p>
          <a:p>
            <a:pPr lvl="2" eaLnBrk="1" hangingPunct="1">
              <a:lnSpc>
                <a:spcPct val="80000"/>
              </a:lnSpc>
            </a:pPr>
            <a:r>
              <a:rPr lang="en-US" dirty="0"/>
              <a:t>Main MCU and programmer pins on one sheet</a:t>
            </a:r>
          </a:p>
          <a:p>
            <a:pPr lvl="2" eaLnBrk="1" hangingPunct="1">
              <a:lnSpc>
                <a:spcPct val="80000"/>
              </a:lnSpc>
            </a:pPr>
            <a:endParaRPr lang="en-US" dirty="0"/>
          </a:p>
          <a:p>
            <a:pPr lvl="1" eaLnBrk="1" hangingPunct="1">
              <a:lnSpc>
                <a:spcPct val="80000"/>
              </a:lnSpc>
            </a:pPr>
            <a:r>
              <a:rPr lang="en-US" dirty="0"/>
              <a:t>Enables </a:t>
            </a:r>
            <a:r>
              <a:rPr lang="en-US" dirty="0" err="1"/>
              <a:t>blockwise</a:t>
            </a:r>
            <a:r>
              <a:rPr lang="en-US" dirty="0"/>
              <a:t> assembly and testing later on</a:t>
            </a:r>
          </a:p>
          <a:p>
            <a:pPr lvl="2" eaLnBrk="1" hangingPunct="1">
              <a:lnSpc>
                <a:spcPct val="80000"/>
              </a:lnSpc>
            </a:pPr>
            <a:endParaRPr lang="en-US" dirty="0"/>
          </a:p>
          <a:p>
            <a:pPr eaLnBrk="1" hangingPunct="1">
              <a:lnSpc>
                <a:spcPct val="80000"/>
              </a:lnSpc>
            </a:pPr>
            <a:r>
              <a:rPr lang="en-US" dirty="0"/>
              <a:t>Comments</a:t>
            </a:r>
          </a:p>
          <a:p>
            <a:pPr marL="556895" lvl="1" indent="-213995" eaLnBrk="1" hangingPunct="1">
              <a:lnSpc>
                <a:spcPct val="80000"/>
              </a:lnSpc>
            </a:pPr>
            <a:r>
              <a:rPr lang="en-US" dirty="0"/>
              <a:t>Briefly explain less obvious subcircuits’ and components’ functionalities and details</a:t>
            </a:r>
            <a:endParaRPr lang="en-US" dirty="0">
              <a:cs typeface="Arial"/>
            </a:endParaRPr>
          </a:p>
          <a:p>
            <a:pPr eaLnBrk="1" hangingPunct="1">
              <a:lnSpc>
                <a:spcPct val="80000"/>
              </a:lnSpc>
            </a:pPr>
            <a:endParaRPr lang="en-US" dirty="0"/>
          </a:p>
          <a:p>
            <a:pPr eaLnBrk="1" hangingPunct="1">
              <a:lnSpc>
                <a:spcPct val="80000"/>
              </a:lnSpc>
              <a:buFont typeface="Arial" panose="020B0604020202020204" pitchFamily="34" charset="0"/>
              <a:buChar char="•"/>
            </a:pPr>
            <a:endParaRPr lang="en-US" dirty="0"/>
          </a:p>
          <a:p>
            <a:pPr marL="342900" lvl="1" indent="0" eaLnBrk="1" hangingPunct="1">
              <a:lnSpc>
                <a:spcPct val="80000"/>
              </a:lnSpc>
              <a:buNone/>
            </a:pPr>
            <a:endParaRPr lang="en-US" dirty="0"/>
          </a:p>
          <a:p>
            <a:pPr eaLnBrk="1" hangingPunct="1">
              <a:lnSpc>
                <a:spcPct val="80000"/>
              </a:lnSpc>
            </a:pPr>
            <a:endParaRPr lang="en-US" dirty="0"/>
          </a:p>
          <a:p>
            <a:pPr eaLnBrk="1" hangingPunct="1">
              <a:lnSpc>
                <a:spcPct val="80000"/>
              </a:lnSpc>
            </a:pPr>
            <a:endParaRPr lang="en-US" dirty="0"/>
          </a:p>
          <a:p>
            <a:endParaRPr lang="en-US" dirty="0"/>
          </a:p>
          <a:p>
            <a:pPr eaLnBrk="1" hangingPunct="1">
              <a:lnSpc>
                <a:spcPct val="80000"/>
              </a:lnSpc>
            </a:pPr>
            <a:endParaRPr lang="en-US" dirty="0"/>
          </a:p>
          <a:p>
            <a:pPr eaLnBrk="1" hangingPunct="1">
              <a:lnSpc>
                <a:spcPct val="80000"/>
              </a:lnSpc>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485900" y="427230"/>
            <a:ext cx="6172200" cy="421556"/>
          </a:xfrm>
        </p:spPr>
        <p:txBody>
          <a:bodyPr/>
          <a:lstStyle/>
          <a:p>
            <a:r>
              <a:rPr lang="en-US" altLang="fi-FI" dirty="0"/>
              <a:t>Practical schematic design, symbols</a:t>
            </a:r>
          </a:p>
        </p:txBody>
      </p:sp>
      <p:sp>
        <p:nvSpPr>
          <p:cNvPr id="14339" name="Content Placeholder 2"/>
          <p:cNvSpPr>
            <a:spLocks noGrp="1"/>
          </p:cNvSpPr>
          <p:nvPr>
            <p:ph idx="1"/>
          </p:nvPr>
        </p:nvSpPr>
        <p:spPr>
          <a:xfrm>
            <a:off x="1485900" y="1075302"/>
            <a:ext cx="6172200" cy="4104456"/>
          </a:xfrm>
        </p:spPr>
        <p:txBody>
          <a:bodyPr/>
          <a:lstStyle/>
          <a:p>
            <a:pPr eaLnBrk="1" hangingPunct="1">
              <a:lnSpc>
                <a:spcPct val="80000"/>
              </a:lnSpc>
            </a:pPr>
            <a:r>
              <a:rPr lang="en-US" dirty="0"/>
              <a:t>Adding symbols</a:t>
            </a:r>
          </a:p>
          <a:p>
            <a:pPr lvl="1" eaLnBrk="1" hangingPunct="1">
              <a:lnSpc>
                <a:spcPct val="80000"/>
              </a:lnSpc>
            </a:pPr>
            <a:r>
              <a:rPr lang="en-US" dirty="0"/>
              <a:t>Components in </a:t>
            </a:r>
            <a:r>
              <a:rPr lang="en-US" dirty="0" err="1"/>
              <a:t>KiCad</a:t>
            </a:r>
            <a:r>
              <a:rPr lang="en-US" dirty="0"/>
              <a:t> libraries</a:t>
            </a:r>
          </a:p>
          <a:p>
            <a:pPr lvl="1" eaLnBrk="1" hangingPunct="1">
              <a:lnSpc>
                <a:spcPct val="80000"/>
              </a:lnSpc>
            </a:pPr>
            <a:r>
              <a:rPr lang="en-US" dirty="0"/>
              <a:t>Custom-made symbols, symbol editor in </a:t>
            </a:r>
            <a:r>
              <a:rPr lang="en-US" dirty="0" err="1"/>
              <a:t>KiCad</a:t>
            </a:r>
            <a:endParaRPr lang="en-US" dirty="0"/>
          </a:p>
          <a:p>
            <a:pPr lvl="1" eaLnBrk="1" hangingPunct="1">
              <a:lnSpc>
                <a:spcPct val="80000"/>
              </a:lnSpc>
            </a:pPr>
            <a:r>
              <a:rPr lang="en-US" dirty="0"/>
              <a:t>More symbol libraries online, for example</a:t>
            </a:r>
          </a:p>
          <a:p>
            <a:pPr lvl="2"/>
            <a:r>
              <a:rPr lang="en-US" dirty="0"/>
              <a:t>3dcontentcentral, </a:t>
            </a:r>
            <a:r>
              <a:rPr lang="en-US" dirty="0" err="1"/>
              <a:t>Snapeda</a:t>
            </a:r>
            <a:r>
              <a:rPr lang="en-US" dirty="0"/>
              <a:t>, </a:t>
            </a:r>
            <a:r>
              <a:rPr lang="en-US" dirty="0" err="1"/>
              <a:t>Ultralibrarian</a:t>
            </a:r>
            <a:r>
              <a:rPr lang="en-US" dirty="0"/>
              <a:t>,  </a:t>
            </a:r>
            <a:r>
              <a:rPr lang="en-US" dirty="0" err="1"/>
              <a:t>componentsearchengine</a:t>
            </a:r>
            <a:r>
              <a:rPr lang="en-US" dirty="0"/>
              <a:t>, </a:t>
            </a:r>
            <a:r>
              <a:rPr lang="en-US" dirty="0" err="1"/>
              <a:t>Octopart</a:t>
            </a:r>
            <a:r>
              <a:rPr lang="en-US" dirty="0"/>
              <a:t>, </a:t>
            </a:r>
            <a:r>
              <a:rPr lang="en-US" dirty="0" err="1"/>
              <a:t>Sparkfun</a:t>
            </a:r>
            <a:r>
              <a:rPr lang="en-US" dirty="0"/>
              <a:t>, etc.</a:t>
            </a:r>
          </a:p>
          <a:p>
            <a:pPr lvl="2"/>
            <a:endParaRPr lang="en-US" dirty="0"/>
          </a:p>
          <a:p>
            <a:r>
              <a:rPr lang="en-US" dirty="0"/>
              <a:t>Annotation of components</a:t>
            </a:r>
          </a:p>
          <a:p>
            <a:pPr lvl="1"/>
            <a:r>
              <a:rPr lang="en-US" dirty="0"/>
              <a:t>Unique reference designator to components</a:t>
            </a:r>
          </a:p>
          <a:p>
            <a:pPr lvl="2"/>
            <a:r>
              <a:rPr lang="en-US" dirty="0"/>
              <a:t>“U1” (integrated circuit),”R2” (resistor) etc.</a:t>
            </a:r>
          </a:p>
          <a:p>
            <a:pPr lvl="1"/>
            <a:r>
              <a:rPr lang="en-US" dirty="0"/>
              <a:t>Automatic symbol annotation option is recommended (</a:t>
            </a:r>
            <a:r>
              <a:rPr lang="en-US" dirty="0" err="1"/>
              <a:t>KiCad</a:t>
            </a:r>
            <a:r>
              <a:rPr lang="en-US" dirty="0"/>
              <a:t>)</a:t>
            </a:r>
          </a:p>
          <a:p>
            <a:pPr lvl="1"/>
            <a:endParaRPr lang="en-US" dirty="0"/>
          </a:p>
          <a:p>
            <a:pPr eaLnBrk="1" hangingPunct="1">
              <a:lnSpc>
                <a:spcPct val="80000"/>
              </a:lnSpc>
            </a:pPr>
            <a:r>
              <a:rPr lang="en-US" dirty="0"/>
              <a:t>Additional symbol info</a:t>
            </a:r>
          </a:p>
          <a:p>
            <a:pPr lvl="1" eaLnBrk="1" hangingPunct="1">
              <a:lnSpc>
                <a:spcPct val="80000"/>
              </a:lnSpc>
            </a:pPr>
            <a:r>
              <a:rPr lang="en-US" dirty="0"/>
              <a:t>Add a field for component order number</a:t>
            </a:r>
          </a:p>
          <a:p>
            <a:pPr lvl="2" eaLnBrk="1" hangingPunct="1">
              <a:lnSpc>
                <a:spcPct val="80000"/>
              </a:lnSpc>
            </a:pPr>
            <a:r>
              <a:rPr lang="en-US" dirty="0"/>
              <a:t>Name it, for example, “</a:t>
            </a:r>
            <a:r>
              <a:rPr lang="en-US" dirty="0" err="1"/>
              <a:t>DigiKey</a:t>
            </a:r>
            <a:r>
              <a:rPr lang="en-US" dirty="0"/>
              <a:t>”, “Mouser”, or similar</a:t>
            </a:r>
          </a:p>
          <a:p>
            <a:pPr lvl="1" eaLnBrk="1" hangingPunct="1">
              <a:lnSpc>
                <a:spcPct val="80000"/>
              </a:lnSpc>
            </a:pPr>
            <a:r>
              <a:rPr lang="en-US" dirty="0"/>
              <a:t>Add a price field to each symbol </a:t>
            </a:r>
          </a:p>
          <a:p>
            <a:pPr lvl="2" eaLnBrk="1" hangingPunct="1">
              <a:lnSpc>
                <a:spcPct val="80000"/>
              </a:lnSpc>
            </a:pPr>
            <a:r>
              <a:rPr lang="en-US" dirty="0"/>
              <a:t>Budget evaluation is necessary for your order list/ Bill-of-Materials (BOM).</a:t>
            </a:r>
          </a:p>
          <a:p>
            <a:pPr eaLnBrk="1" hangingPunct="1">
              <a:lnSpc>
                <a:spcPct val="80000"/>
              </a:lnSpc>
              <a:buFont typeface="Arial" panose="020B0604020202020204" pitchFamily="34" charset="0"/>
              <a:buChar char="•"/>
            </a:pPr>
            <a:endParaRPr lang="en-US" dirty="0"/>
          </a:p>
        </p:txBody>
      </p:sp>
    </p:spTree>
    <p:extLst>
      <p:ext uri="{BB962C8B-B14F-4D97-AF65-F5344CB8AC3E}">
        <p14:creationId xmlns:p14="http://schemas.microsoft.com/office/powerpoint/2010/main" val="3480838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4C18-AA3C-F031-2E13-94852A288322}"/>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0B71AC12-BFD5-905B-5164-5670F33E2FCB}"/>
              </a:ext>
            </a:extLst>
          </p:cNvPr>
          <p:cNvSpPr>
            <a:spLocks noGrp="1"/>
          </p:cNvSpPr>
          <p:nvPr>
            <p:ph type="title"/>
          </p:nvPr>
        </p:nvSpPr>
        <p:spPr>
          <a:xfrm>
            <a:off x="1485900" y="427230"/>
            <a:ext cx="6172200" cy="421556"/>
          </a:xfrm>
        </p:spPr>
        <p:txBody>
          <a:bodyPr/>
          <a:lstStyle/>
          <a:p>
            <a:r>
              <a:rPr lang="en-US" altLang="fi-FI" dirty="0"/>
              <a:t>Practical schematic design, other</a:t>
            </a:r>
          </a:p>
        </p:txBody>
      </p:sp>
      <p:sp>
        <p:nvSpPr>
          <p:cNvPr id="14339" name="Content Placeholder 2">
            <a:extLst>
              <a:ext uri="{FF2B5EF4-FFF2-40B4-BE49-F238E27FC236}">
                <a16:creationId xmlns:a16="http://schemas.microsoft.com/office/drawing/2014/main" id="{95F627D4-21D4-96BB-F0EA-1D2DB4525AA1}"/>
              </a:ext>
            </a:extLst>
          </p:cNvPr>
          <p:cNvSpPr>
            <a:spLocks noGrp="1"/>
          </p:cNvSpPr>
          <p:nvPr>
            <p:ph idx="1"/>
          </p:nvPr>
        </p:nvSpPr>
        <p:spPr>
          <a:xfrm>
            <a:off x="1485900" y="968622"/>
            <a:ext cx="6172200" cy="4104456"/>
          </a:xfrm>
        </p:spPr>
        <p:txBody>
          <a:bodyPr/>
          <a:lstStyle/>
          <a:p>
            <a:pPr eaLnBrk="1" hangingPunct="1">
              <a:lnSpc>
                <a:spcPct val="80000"/>
              </a:lnSpc>
              <a:buFont typeface="Arial" panose="020B0604020202020204" pitchFamily="34" charset="0"/>
              <a:buChar char="•"/>
            </a:pPr>
            <a:endParaRPr lang="en-US" dirty="0"/>
          </a:p>
          <a:p>
            <a:pPr eaLnBrk="1" hangingPunct="1">
              <a:lnSpc>
                <a:spcPct val="80000"/>
              </a:lnSpc>
              <a:buFont typeface="Arial" panose="020B0604020202020204" pitchFamily="34" charset="0"/>
              <a:buChar char="•"/>
            </a:pPr>
            <a:r>
              <a:rPr lang="en-US" dirty="0"/>
              <a:t>Net labels and data buses (i.e. connection without visible wire)</a:t>
            </a:r>
          </a:p>
          <a:p>
            <a:pPr marL="556895" lvl="1" indent="-213995" eaLnBrk="1" hangingPunct="1">
              <a:lnSpc>
                <a:spcPct val="80000"/>
              </a:lnSpc>
            </a:pPr>
            <a:r>
              <a:rPr lang="en-US" dirty="0"/>
              <a:t>Use net labels instead of long and messy wire bundle</a:t>
            </a:r>
            <a:endParaRPr lang="en-US" dirty="0">
              <a:cs typeface="Arial"/>
            </a:endParaRPr>
          </a:p>
          <a:p>
            <a:pPr marL="556895" lvl="1" indent="-213995" eaLnBrk="1" hangingPunct="1">
              <a:lnSpc>
                <a:spcPct val="80000"/>
              </a:lnSpc>
            </a:pPr>
            <a:r>
              <a:rPr lang="en-US" dirty="0"/>
              <a:t>Use bus tool for grouped signals in data/ address buses</a:t>
            </a:r>
            <a:endParaRPr lang="en-US" dirty="0">
              <a:cs typeface="Arial"/>
            </a:endParaRPr>
          </a:p>
          <a:p>
            <a:pPr marL="556895" lvl="1" indent="-213995" eaLnBrk="1" hangingPunct="1">
              <a:lnSpc>
                <a:spcPct val="80000"/>
              </a:lnSpc>
            </a:pPr>
            <a:r>
              <a:rPr lang="en-US" dirty="0"/>
              <a:t>Name signals clearly and logically</a:t>
            </a:r>
            <a:endParaRPr lang="en-US" dirty="0">
              <a:cs typeface="Arial"/>
            </a:endParaRPr>
          </a:p>
          <a:p>
            <a:pPr marL="556895" lvl="1" indent="-213995" eaLnBrk="1" hangingPunct="1">
              <a:lnSpc>
                <a:spcPct val="80000"/>
              </a:lnSpc>
            </a:pPr>
            <a:endParaRPr lang="en-US" dirty="0">
              <a:cs typeface="Arial"/>
            </a:endParaRPr>
          </a:p>
          <a:p>
            <a:r>
              <a:rPr lang="en-US" dirty="0"/>
              <a:t>Footprint assignment</a:t>
            </a:r>
          </a:p>
          <a:p>
            <a:pPr marL="556895" lvl="1" indent="-213995"/>
            <a:r>
              <a:rPr lang="en-US" dirty="0"/>
              <a:t>Linking symbol (schematic) to footprint (layout)</a:t>
            </a:r>
            <a:endParaRPr lang="en-US" dirty="0">
              <a:cs typeface="Arial"/>
            </a:endParaRPr>
          </a:p>
          <a:p>
            <a:pPr marL="556895" lvl="1" indent="-213995"/>
            <a:r>
              <a:rPr lang="en-US" dirty="0"/>
              <a:t>Make sure that selected components match with assigned footprints (SMD components, through-hole pin arrays)</a:t>
            </a:r>
          </a:p>
          <a:p>
            <a:pPr lvl="2"/>
            <a:r>
              <a:rPr lang="en-US" dirty="0"/>
              <a:t>Details from datasheets e.g.</a:t>
            </a:r>
            <a:endParaRPr lang="en-US" dirty="0">
              <a:cs typeface="Arial"/>
            </a:endParaRPr>
          </a:p>
          <a:p>
            <a:pPr lvl="2"/>
            <a:r>
              <a:rPr lang="en-US" dirty="0"/>
              <a:t>Pin configuration</a:t>
            </a:r>
          </a:p>
          <a:p>
            <a:pPr lvl="2"/>
            <a:r>
              <a:rPr lang="en-US" dirty="0">
                <a:cs typeface="Arial"/>
              </a:rPr>
              <a:t>Land pattern dimensions</a:t>
            </a:r>
            <a:endParaRPr lang="en-US" dirty="0"/>
          </a:p>
          <a:p>
            <a:pPr lvl="2"/>
            <a:r>
              <a:rPr lang="en-US" dirty="0"/>
              <a:t>Package dimensions</a:t>
            </a:r>
            <a:endParaRPr lang="en-US" dirty="0">
              <a:cs typeface="Arial"/>
            </a:endParaRPr>
          </a:p>
          <a:p>
            <a:pPr marL="556895" lvl="1" indent="-213995"/>
            <a:r>
              <a:rPr lang="en-US" dirty="0"/>
              <a:t>Multiple packages available</a:t>
            </a:r>
            <a:endParaRPr lang="en-US" dirty="0">
              <a:cs typeface="Arial"/>
            </a:endParaRPr>
          </a:p>
          <a:p>
            <a:pPr marL="556895" lvl="1" indent="-213995"/>
            <a:r>
              <a:rPr lang="en-US" dirty="0"/>
              <a:t>Differences between packages may appear insignificant</a:t>
            </a:r>
            <a:endParaRPr lang="en-US" dirty="0">
              <a:cs typeface="Arial"/>
            </a:endParaRPr>
          </a:p>
          <a:p>
            <a:pPr marL="556895" lvl="1" indent="-213995"/>
            <a:r>
              <a:rPr lang="en-US" dirty="0">
                <a:cs typeface="Arial"/>
              </a:rPr>
              <a:t>Be particularly careful here!</a:t>
            </a:r>
          </a:p>
        </p:txBody>
      </p:sp>
    </p:spTree>
    <p:extLst>
      <p:ext uri="{BB962C8B-B14F-4D97-AF65-F5344CB8AC3E}">
        <p14:creationId xmlns:p14="http://schemas.microsoft.com/office/powerpoint/2010/main" val="878280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5BEE6-2DF4-AA2D-D4D3-CE2434016BAD}"/>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7BD3018A-2BBC-E919-40CE-6011E815FA32}"/>
              </a:ext>
            </a:extLst>
          </p:cNvPr>
          <p:cNvSpPr>
            <a:spLocks noGrp="1"/>
          </p:cNvSpPr>
          <p:nvPr>
            <p:ph type="title"/>
          </p:nvPr>
        </p:nvSpPr>
        <p:spPr>
          <a:xfrm>
            <a:off x="1485900" y="427230"/>
            <a:ext cx="6172200" cy="421556"/>
          </a:xfrm>
        </p:spPr>
        <p:txBody>
          <a:bodyPr/>
          <a:lstStyle/>
          <a:p>
            <a:r>
              <a:rPr lang="en-US" altLang="fi-FI" dirty="0"/>
              <a:t>Practical schematic design, other</a:t>
            </a:r>
          </a:p>
        </p:txBody>
      </p:sp>
      <p:sp>
        <p:nvSpPr>
          <p:cNvPr id="14339" name="Content Placeholder 2">
            <a:extLst>
              <a:ext uri="{FF2B5EF4-FFF2-40B4-BE49-F238E27FC236}">
                <a16:creationId xmlns:a16="http://schemas.microsoft.com/office/drawing/2014/main" id="{BDF11C87-0F0D-FFF5-096D-EDCDD9E78513}"/>
              </a:ext>
            </a:extLst>
          </p:cNvPr>
          <p:cNvSpPr>
            <a:spLocks noGrp="1"/>
          </p:cNvSpPr>
          <p:nvPr>
            <p:ph idx="1"/>
          </p:nvPr>
        </p:nvSpPr>
        <p:spPr>
          <a:xfrm>
            <a:off x="1485900" y="968622"/>
            <a:ext cx="7046540" cy="4104456"/>
          </a:xfrm>
        </p:spPr>
        <p:txBody>
          <a:bodyPr/>
          <a:lstStyle/>
          <a:p>
            <a:pPr eaLnBrk="1" hangingPunct="1">
              <a:lnSpc>
                <a:spcPct val="80000"/>
              </a:lnSpc>
            </a:pPr>
            <a:endParaRPr lang="en-US" dirty="0"/>
          </a:p>
          <a:p>
            <a:pPr eaLnBrk="1" hangingPunct="1">
              <a:lnSpc>
                <a:spcPct val="80000"/>
              </a:lnSpc>
            </a:pPr>
            <a:r>
              <a:rPr lang="en-US" dirty="0"/>
              <a:t>Instant signaling/ alerts (LEDs, buzzers etc.)</a:t>
            </a:r>
            <a:endParaRPr lang="en-US" dirty="0">
              <a:cs typeface="Arial"/>
            </a:endParaRPr>
          </a:p>
          <a:p>
            <a:pPr marL="556895" lvl="1" indent="-213995" eaLnBrk="1" hangingPunct="1">
              <a:lnSpc>
                <a:spcPct val="80000"/>
              </a:lnSpc>
            </a:pPr>
            <a:r>
              <a:rPr lang="en-US" dirty="0"/>
              <a:t>Important information about system at a glance</a:t>
            </a:r>
            <a:endParaRPr lang="en-US" dirty="0">
              <a:cs typeface="Arial"/>
            </a:endParaRPr>
          </a:p>
          <a:p>
            <a:pPr marL="556895" lvl="1" indent="-213995" eaLnBrk="1" hangingPunct="1">
              <a:lnSpc>
                <a:spcPct val="80000"/>
              </a:lnSpc>
            </a:pPr>
            <a:r>
              <a:rPr lang="en-US" dirty="0"/>
              <a:t>System power and status (on/ off, measuring, data transmission, sleeping)</a:t>
            </a:r>
            <a:endParaRPr lang="en-US" dirty="0">
              <a:cs typeface="Arial"/>
            </a:endParaRPr>
          </a:p>
          <a:p>
            <a:pPr marL="556895" lvl="1" indent="-213995" eaLnBrk="1" hangingPunct="1">
              <a:lnSpc>
                <a:spcPct val="80000"/>
              </a:lnSpc>
            </a:pPr>
            <a:r>
              <a:rPr lang="en-US" dirty="0"/>
              <a:t>Battery charge level etc.</a:t>
            </a:r>
            <a:endParaRPr lang="en-US" dirty="0">
              <a:cs typeface="Arial"/>
            </a:endParaRPr>
          </a:p>
          <a:p>
            <a:pPr eaLnBrk="1" hangingPunct="1">
              <a:lnSpc>
                <a:spcPct val="80000"/>
              </a:lnSpc>
            </a:pPr>
            <a:endParaRPr lang="en-US" dirty="0"/>
          </a:p>
          <a:p>
            <a:pPr eaLnBrk="1" hangingPunct="1">
              <a:lnSpc>
                <a:spcPct val="80000"/>
              </a:lnSpc>
            </a:pPr>
            <a:r>
              <a:rPr lang="en-US" dirty="0"/>
              <a:t>Add test points</a:t>
            </a:r>
          </a:p>
          <a:p>
            <a:pPr marL="556895" lvl="1" indent="-213995" eaLnBrk="1" hangingPunct="1">
              <a:lnSpc>
                <a:spcPct val="80000"/>
              </a:lnSpc>
            </a:pPr>
            <a:r>
              <a:rPr lang="en-US" dirty="0"/>
              <a:t>Supply voltage nets (regulators, converters), sensor output nets, other important signal nets</a:t>
            </a:r>
            <a:endParaRPr lang="en-US" dirty="0">
              <a:cs typeface="Arial"/>
            </a:endParaRPr>
          </a:p>
          <a:p>
            <a:pPr marL="556895" lvl="1" indent="-213995" eaLnBrk="1" hangingPunct="1">
              <a:lnSpc>
                <a:spcPct val="80000"/>
              </a:lnSpc>
            </a:pPr>
            <a:endParaRPr lang="en-US" dirty="0">
              <a:cs typeface="Arial"/>
            </a:endParaRPr>
          </a:p>
          <a:p>
            <a:pPr eaLnBrk="1" hangingPunct="1">
              <a:lnSpc>
                <a:spcPct val="80000"/>
              </a:lnSpc>
            </a:pPr>
            <a:r>
              <a:rPr lang="en-US" dirty="0"/>
              <a:t>Use no-connection flags for unconnected terminals</a:t>
            </a:r>
          </a:p>
          <a:p>
            <a:pPr eaLnBrk="1" hangingPunct="1">
              <a:lnSpc>
                <a:spcPct val="80000"/>
              </a:lnSpc>
            </a:pPr>
            <a:endParaRPr lang="en-US" dirty="0"/>
          </a:p>
          <a:p>
            <a:pPr eaLnBrk="1" hangingPunct="1">
              <a:lnSpc>
                <a:spcPct val="80000"/>
              </a:lnSpc>
            </a:pPr>
            <a:r>
              <a:rPr lang="en-US" dirty="0"/>
              <a:t>Tackle button bounce issue</a:t>
            </a:r>
          </a:p>
        </p:txBody>
      </p:sp>
    </p:spTree>
    <p:extLst>
      <p:ext uri="{BB962C8B-B14F-4D97-AF65-F5344CB8AC3E}">
        <p14:creationId xmlns:p14="http://schemas.microsoft.com/office/powerpoint/2010/main" val="4024246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9447-3251-BC09-B6E6-8EAA46874D8A}"/>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CDABF092-EF54-01D1-B127-762C22EFC50B}"/>
              </a:ext>
            </a:extLst>
          </p:cNvPr>
          <p:cNvSpPr>
            <a:spLocks noGrp="1"/>
          </p:cNvSpPr>
          <p:nvPr>
            <p:ph type="title"/>
          </p:nvPr>
        </p:nvSpPr>
        <p:spPr>
          <a:xfrm>
            <a:off x="1485900" y="427230"/>
            <a:ext cx="6172200" cy="421556"/>
          </a:xfrm>
        </p:spPr>
        <p:txBody>
          <a:bodyPr/>
          <a:lstStyle/>
          <a:p>
            <a:r>
              <a:rPr lang="en-US" altLang="fi-FI" dirty="0"/>
              <a:t>Practical schematic design, BOM</a:t>
            </a:r>
          </a:p>
        </p:txBody>
      </p:sp>
      <p:sp>
        <p:nvSpPr>
          <p:cNvPr id="14339" name="Content Placeholder 2">
            <a:extLst>
              <a:ext uri="{FF2B5EF4-FFF2-40B4-BE49-F238E27FC236}">
                <a16:creationId xmlns:a16="http://schemas.microsoft.com/office/drawing/2014/main" id="{B3727140-6D4E-3737-795C-35CEAAD1B931}"/>
              </a:ext>
            </a:extLst>
          </p:cNvPr>
          <p:cNvSpPr>
            <a:spLocks noGrp="1"/>
          </p:cNvSpPr>
          <p:nvPr>
            <p:ph idx="1"/>
          </p:nvPr>
        </p:nvSpPr>
        <p:spPr>
          <a:xfrm>
            <a:off x="1485900" y="1075302"/>
            <a:ext cx="6172200" cy="4104456"/>
          </a:xfrm>
        </p:spPr>
        <p:txBody>
          <a:bodyPr/>
          <a:lstStyle/>
          <a:p>
            <a:pPr eaLnBrk="1" hangingPunct="1">
              <a:lnSpc>
                <a:spcPct val="80000"/>
              </a:lnSpc>
            </a:pPr>
            <a:r>
              <a:rPr lang="en-US" dirty="0"/>
              <a:t>Bill of Materials</a:t>
            </a:r>
          </a:p>
          <a:p>
            <a:pPr marL="556895" lvl="1" indent="-213995" eaLnBrk="1" hangingPunct="1">
              <a:lnSpc>
                <a:spcPct val="80000"/>
              </a:lnSpc>
            </a:pPr>
            <a:r>
              <a:rPr lang="en-US" dirty="0"/>
              <a:t>List of component related values, reference designators and numbers</a:t>
            </a:r>
            <a:endParaRPr lang="en-US" dirty="0">
              <a:cs typeface="Arial"/>
            </a:endParaRPr>
          </a:p>
          <a:p>
            <a:pPr marL="556895" lvl="1" indent="-213995" eaLnBrk="1" hangingPunct="1">
              <a:lnSpc>
                <a:spcPct val="80000"/>
              </a:lnSpc>
            </a:pPr>
            <a:r>
              <a:rPr lang="en-US" dirty="0"/>
              <a:t>Generate BOM once the schematic is finished</a:t>
            </a:r>
            <a:endParaRPr lang="en-US" dirty="0">
              <a:cs typeface="Arial"/>
            </a:endParaRPr>
          </a:p>
          <a:p>
            <a:pPr marL="556895" lvl="1" indent="-213995" eaLnBrk="1" hangingPunct="1">
              <a:lnSpc>
                <a:spcPct val="80000"/>
              </a:lnSpc>
            </a:pPr>
            <a:endParaRPr lang="en-US" dirty="0">
              <a:cs typeface="Arial"/>
            </a:endParaRPr>
          </a:p>
          <a:p>
            <a:pPr eaLnBrk="1" hangingPunct="1">
              <a:lnSpc>
                <a:spcPct val="80000"/>
              </a:lnSpc>
            </a:pPr>
            <a:r>
              <a:rPr lang="en-US" dirty="0"/>
              <a:t>Can be generated with a Python script in </a:t>
            </a:r>
            <a:r>
              <a:rPr lang="en-US" dirty="0" err="1"/>
              <a:t>KiCad</a:t>
            </a:r>
            <a:endParaRPr lang="en-US" dirty="0"/>
          </a:p>
          <a:p>
            <a:pPr marL="556895" lvl="1" indent="-213995" eaLnBrk="1" hangingPunct="1">
              <a:lnSpc>
                <a:spcPct val="80000"/>
              </a:lnSpc>
            </a:pPr>
            <a:r>
              <a:rPr lang="en-US" dirty="0"/>
              <a:t>See scripts from: \</a:t>
            </a:r>
            <a:r>
              <a:rPr lang="en-US" dirty="0" err="1"/>
              <a:t>KiCad</a:t>
            </a:r>
            <a:r>
              <a:rPr lang="en-US" dirty="0"/>
              <a:t>\bin\scripting\plugins</a:t>
            </a:r>
            <a:endParaRPr lang="en-US" dirty="0">
              <a:cs typeface="Arial"/>
            </a:endParaRPr>
          </a:p>
          <a:p>
            <a:pPr marL="556895" lvl="1" indent="-213995" eaLnBrk="1" hangingPunct="1">
              <a:lnSpc>
                <a:spcPct val="80000"/>
              </a:lnSpc>
            </a:pPr>
            <a:r>
              <a:rPr lang="en-US" dirty="0"/>
              <a:t>Additional scrips can be found from the internet, or you can modify one to your needs</a:t>
            </a:r>
            <a:endParaRPr lang="en-US" dirty="0">
              <a:cs typeface="Arial"/>
            </a:endParaRPr>
          </a:p>
          <a:p>
            <a:pPr marL="556895" lvl="1" indent="-213995" eaLnBrk="1" hangingPunct="1">
              <a:lnSpc>
                <a:spcPct val="80000"/>
              </a:lnSpc>
            </a:pPr>
            <a:endParaRPr lang="en-US" dirty="0">
              <a:cs typeface="Arial"/>
            </a:endParaRPr>
          </a:p>
          <a:p>
            <a:pPr eaLnBrk="1" hangingPunct="1">
              <a:lnSpc>
                <a:spcPct val="80000"/>
              </a:lnSpc>
            </a:pPr>
            <a:r>
              <a:rPr lang="en-US" dirty="0"/>
              <a:t>Alternative way to generate BOM</a:t>
            </a:r>
          </a:p>
          <a:p>
            <a:pPr marL="556895" lvl="1" indent="-213995" eaLnBrk="1" hangingPunct="1">
              <a:lnSpc>
                <a:spcPct val="80000"/>
              </a:lnSpc>
            </a:pPr>
            <a:r>
              <a:rPr lang="en-US" dirty="0"/>
              <a:t>“Edit Symbol fields” tool, paste to Excel for further processing</a:t>
            </a:r>
            <a:endParaRPr lang="en-US" dirty="0">
              <a:cs typeface="Arial"/>
            </a:endParaRPr>
          </a:p>
          <a:p>
            <a:pPr eaLnBrk="1" hangingPunct="1">
              <a:lnSpc>
                <a:spcPct val="80000"/>
              </a:lnSpc>
            </a:pPr>
            <a:endParaRPr lang="en-US" dirty="0"/>
          </a:p>
        </p:txBody>
      </p:sp>
    </p:spTree>
    <p:extLst>
      <p:ext uri="{BB962C8B-B14F-4D97-AF65-F5344CB8AC3E}">
        <p14:creationId xmlns:p14="http://schemas.microsoft.com/office/powerpoint/2010/main" val="4022896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485900" y="427230"/>
            <a:ext cx="6172200" cy="421556"/>
          </a:xfrm>
        </p:spPr>
        <p:txBody>
          <a:bodyPr/>
          <a:lstStyle/>
          <a:p>
            <a:r>
              <a:rPr lang="en-US" altLang="fi-FI" dirty="0"/>
              <a:t>Practical schematic design, electrical</a:t>
            </a:r>
          </a:p>
        </p:txBody>
      </p:sp>
      <p:sp>
        <p:nvSpPr>
          <p:cNvPr id="14339" name="Content Placeholder 2"/>
          <p:cNvSpPr>
            <a:spLocks noGrp="1"/>
          </p:cNvSpPr>
          <p:nvPr>
            <p:ph idx="1"/>
          </p:nvPr>
        </p:nvSpPr>
        <p:spPr>
          <a:xfrm>
            <a:off x="1485900" y="1021296"/>
            <a:ext cx="6499860" cy="4104456"/>
          </a:xfrm>
        </p:spPr>
        <p:txBody>
          <a:bodyPr/>
          <a:lstStyle/>
          <a:p>
            <a:pPr eaLnBrk="1" hangingPunct="1">
              <a:lnSpc>
                <a:spcPct val="80000"/>
              </a:lnSpc>
            </a:pPr>
            <a:r>
              <a:rPr lang="en-US" dirty="0"/>
              <a:t>IC related</a:t>
            </a:r>
          </a:p>
          <a:p>
            <a:pPr marL="556895" lvl="1" indent="-213995" eaLnBrk="1" hangingPunct="1">
              <a:lnSpc>
                <a:spcPct val="80000"/>
              </a:lnSpc>
            </a:pPr>
            <a:r>
              <a:rPr lang="en-US" dirty="0"/>
              <a:t>Use a pull-up or pull-down resistors if required (some IC pins e.g.)</a:t>
            </a:r>
            <a:endParaRPr lang="en-US" dirty="0">
              <a:cs typeface="Arial"/>
            </a:endParaRPr>
          </a:p>
          <a:p>
            <a:pPr marL="556895" lvl="1" indent="-213995" eaLnBrk="1" hangingPunct="1">
              <a:lnSpc>
                <a:spcPct val="80000"/>
              </a:lnSpc>
            </a:pPr>
            <a:r>
              <a:rPr lang="en-US" dirty="0"/>
              <a:t>Use bypass capacitors for all ICs supply pins</a:t>
            </a:r>
            <a:endParaRPr lang="en-US" dirty="0">
              <a:cs typeface="Arial"/>
            </a:endParaRPr>
          </a:p>
          <a:p>
            <a:pPr marL="556895" lvl="1" indent="-213995" eaLnBrk="1" hangingPunct="1">
              <a:lnSpc>
                <a:spcPct val="80000"/>
              </a:lnSpc>
            </a:pPr>
            <a:r>
              <a:rPr lang="en-US" dirty="0"/>
              <a:t>Never connect any signal driving IC pins directly to ground or power supply =&gt; IC may be destroyed in certain circumstances</a:t>
            </a:r>
            <a:endParaRPr lang="en-US" dirty="0">
              <a:cs typeface="Arial"/>
            </a:endParaRPr>
          </a:p>
          <a:p>
            <a:pPr marL="556895" lvl="1" indent="-213995" eaLnBrk="1" hangingPunct="1">
              <a:lnSpc>
                <a:spcPct val="80000"/>
              </a:lnSpc>
            </a:pPr>
            <a:r>
              <a:rPr lang="en-US" dirty="0"/>
              <a:t>Unused IC pins, see datasheet (ground, </a:t>
            </a:r>
            <a:r>
              <a:rPr lang="en-US" dirty="0" err="1"/>
              <a:t>Vdd</a:t>
            </a:r>
            <a:r>
              <a:rPr lang="en-US" dirty="0"/>
              <a:t>, floating)</a:t>
            </a:r>
            <a:endParaRPr lang="en-US" dirty="0">
              <a:cs typeface="Arial"/>
            </a:endParaRPr>
          </a:p>
          <a:p>
            <a:pPr eaLnBrk="1" hangingPunct="1">
              <a:lnSpc>
                <a:spcPct val="80000"/>
              </a:lnSpc>
            </a:pPr>
            <a:endParaRPr lang="en-US" dirty="0"/>
          </a:p>
          <a:p>
            <a:pPr eaLnBrk="1" hangingPunct="1">
              <a:lnSpc>
                <a:spcPct val="80000"/>
              </a:lnSpc>
            </a:pPr>
            <a:r>
              <a:rPr lang="en-US" dirty="0"/>
              <a:t>Voltage regulators and supply voltage designs</a:t>
            </a:r>
          </a:p>
          <a:p>
            <a:pPr marL="556895" lvl="1" indent="-213995" eaLnBrk="1" hangingPunct="1">
              <a:lnSpc>
                <a:spcPct val="80000"/>
              </a:lnSpc>
            </a:pPr>
            <a:r>
              <a:rPr lang="en-US" dirty="0"/>
              <a:t>Switching mode regulators have ripple voltage and cause EMI, which needs to be considered</a:t>
            </a:r>
            <a:endParaRPr lang="en-US" dirty="0">
              <a:cs typeface="Arial"/>
            </a:endParaRPr>
          </a:p>
          <a:p>
            <a:pPr marL="556895" lvl="1" indent="-213995" eaLnBrk="1" hangingPunct="1">
              <a:lnSpc>
                <a:spcPct val="80000"/>
              </a:lnSpc>
            </a:pPr>
            <a:endParaRPr lang="en-US" dirty="0">
              <a:cs typeface="Arial"/>
            </a:endParaRPr>
          </a:p>
          <a:p>
            <a:pPr eaLnBrk="1" hangingPunct="1">
              <a:lnSpc>
                <a:spcPct val="80000"/>
              </a:lnSpc>
            </a:pPr>
            <a:r>
              <a:rPr lang="en-US" dirty="0"/>
              <a:t>Consider need for cooling in case design includes</a:t>
            </a:r>
          </a:p>
          <a:p>
            <a:pPr lvl="1" eaLnBrk="1" hangingPunct="1">
              <a:lnSpc>
                <a:spcPct val="80000"/>
              </a:lnSpc>
            </a:pPr>
            <a:r>
              <a:rPr lang="en-US" dirty="0"/>
              <a:t>Linear regulators</a:t>
            </a:r>
          </a:p>
          <a:p>
            <a:pPr marL="556895" lvl="1" indent="-213995" eaLnBrk="1" hangingPunct="1">
              <a:lnSpc>
                <a:spcPct val="80000"/>
              </a:lnSpc>
            </a:pPr>
            <a:r>
              <a:rPr lang="en-US" dirty="0"/>
              <a:t>Motor driver circuits</a:t>
            </a:r>
            <a:endParaRPr lang="en-US" dirty="0">
              <a:cs typeface="Arial"/>
            </a:endParaRPr>
          </a:p>
          <a:p>
            <a:pPr marL="556895" lvl="1" indent="-213995" eaLnBrk="1" hangingPunct="1">
              <a:lnSpc>
                <a:spcPct val="80000"/>
              </a:lnSpc>
            </a:pPr>
            <a:r>
              <a:rPr lang="en-US" dirty="0"/>
              <a:t>High-power RF transmitters</a:t>
            </a:r>
            <a:endParaRPr lang="en-US" dirty="0">
              <a:cs typeface="Arial"/>
            </a:endParaRPr>
          </a:p>
          <a:p>
            <a:pPr eaLnBrk="1" hangingPunct="1">
              <a:lnSpc>
                <a:spcPct val="80000"/>
              </a:lnSpc>
            </a:pPr>
            <a:r>
              <a:rPr lang="en-US" dirty="0"/>
              <a:t>More on cooling requirements in datasheets</a:t>
            </a:r>
          </a:p>
        </p:txBody>
      </p:sp>
    </p:spTree>
    <p:extLst>
      <p:ext uri="{BB962C8B-B14F-4D97-AF65-F5344CB8AC3E}">
        <p14:creationId xmlns:p14="http://schemas.microsoft.com/office/powerpoint/2010/main" val="4031146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ADA04-A73D-E7AA-CA73-9B7284DB7200}"/>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E631C6C8-F20F-9678-10C3-C8C2DCEB29A2}"/>
              </a:ext>
            </a:extLst>
          </p:cNvPr>
          <p:cNvSpPr>
            <a:spLocks noGrp="1"/>
          </p:cNvSpPr>
          <p:nvPr>
            <p:ph type="title"/>
          </p:nvPr>
        </p:nvSpPr>
        <p:spPr>
          <a:xfrm>
            <a:off x="1485900" y="427230"/>
            <a:ext cx="6172200" cy="421556"/>
          </a:xfrm>
        </p:spPr>
        <p:txBody>
          <a:bodyPr/>
          <a:lstStyle/>
          <a:p>
            <a:r>
              <a:rPr lang="en-US" altLang="fi-FI" dirty="0"/>
              <a:t>Electrical Rules Check (ERC)</a:t>
            </a:r>
          </a:p>
        </p:txBody>
      </p:sp>
      <p:sp>
        <p:nvSpPr>
          <p:cNvPr id="14339" name="Content Placeholder 2">
            <a:extLst>
              <a:ext uri="{FF2B5EF4-FFF2-40B4-BE49-F238E27FC236}">
                <a16:creationId xmlns:a16="http://schemas.microsoft.com/office/drawing/2014/main" id="{10B33ADB-837E-96A9-EC89-B957B02D1E85}"/>
              </a:ext>
            </a:extLst>
          </p:cNvPr>
          <p:cNvSpPr>
            <a:spLocks noGrp="1"/>
          </p:cNvSpPr>
          <p:nvPr>
            <p:ph idx="1"/>
          </p:nvPr>
        </p:nvSpPr>
        <p:spPr>
          <a:xfrm>
            <a:off x="1485900" y="1021296"/>
            <a:ext cx="6172200" cy="4104456"/>
          </a:xfrm>
        </p:spPr>
        <p:txBody>
          <a:bodyPr/>
          <a:lstStyle/>
          <a:p>
            <a:r>
              <a:rPr lang="en-US" dirty="0"/>
              <a:t>What is ERC</a:t>
            </a:r>
          </a:p>
          <a:p>
            <a:pPr lvl="1"/>
            <a:r>
              <a:rPr lang="en-US" dirty="0"/>
              <a:t>Automated verification of electrical integrity of circuit before physical layout</a:t>
            </a:r>
          </a:p>
          <a:p>
            <a:pPr lvl="2"/>
            <a:r>
              <a:rPr lang="en-US" dirty="0"/>
              <a:t>Connectivity</a:t>
            </a:r>
          </a:p>
          <a:p>
            <a:pPr lvl="2" eaLnBrk="1" hangingPunct="1">
              <a:lnSpc>
                <a:spcPct val="80000"/>
              </a:lnSpc>
            </a:pPr>
            <a:r>
              <a:rPr lang="en-US" dirty="0"/>
              <a:t>Pin configurations</a:t>
            </a:r>
          </a:p>
          <a:p>
            <a:pPr lvl="2" eaLnBrk="1" hangingPunct="1">
              <a:lnSpc>
                <a:spcPct val="80000"/>
              </a:lnSpc>
            </a:pPr>
            <a:r>
              <a:rPr lang="en-US" dirty="0"/>
              <a:t>Component annotation</a:t>
            </a:r>
          </a:p>
          <a:p>
            <a:pPr lvl="2" eaLnBrk="1" hangingPunct="1">
              <a:lnSpc>
                <a:spcPct val="80000"/>
              </a:lnSpc>
            </a:pPr>
            <a:r>
              <a:rPr lang="en-US" dirty="0"/>
              <a:t>Power/ ground net integrity etc.</a:t>
            </a:r>
          </a:p>
          <a:p>
            <a:r>
              <a:rPr lang="en-US" dirty="0"/>
              <a:t>Run ERC often</a:t>
            </a:r>
          </a:p>
          <a:p>
            <a:pPr lvl="1"/>
            <a:r>
              <a:rPr lang="en-US" dirty="0"/>
              <a:t>Prevent any schematic errors from passing to layout design</a:t>
            </a:r>
          </a:p>
          <a:p>
            <a:pPr lvl="1"/>
            <a:r>
              <a:rPr lang="en-US" dirty="0"/>
              <a:t>Personal learning</a:t>
            </a:r>
          </a:p>
          <a:p>
            <a:pPr lvl="1"/>
            <a:r>
              <a:rPr lang="en-US" dirty="0"/>
              <a:t>To avoid extensive and laborious changes at later phases</a:t>
            </a:r>
          </a:p>
          <a:p>
            <a:pPr lvl="1"/>
            <a:endParaRPr lang="en-US" dirty="0"/>
          </a:p>
          <a:p>
            <a:endParaRPr lang="en-US" dirty="0"/>
          </a:p>
          <a:p>
            <a:pPr marL="0" indent="0" eaLnBrk="1" hangingPunct="1">
              <a:lnSpc>
                <a:spcPct val="80000"/>
              </a:lnSpc>
              <a:buNone/>
            </a:pPr>
            <a:endParaRPr lang="en-US" dirty="0"/>
          </a:p>
        </p:txBody>
      </p:sp>
    </p:spTree>
    <p:extLst>
      <p:ext uri="{BB962C8B-B14F-4D97-AF65-F5344CB8AC3E}">
        <p14:creationId xmlns:p14="http://schemas.microsoft.com/office/powerpoint/2010/main" val="2022102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427230"/>
            <a:ext cx="6172200" cy="421556"/>
          </a:xfrm>
        </p:spPr>
        <p:txBody>
          <a:bodyPr/>
          <a:lstStyle/>
          <a:p>
            <a:r>
              <a:rPr lang="en-US" dirty="0"/>
              <a:t>Netlist</a:t>
            </a:r>
          </a:p>
        </p:txBody>
      </p:sp>
      <p:sp>
        <p:nvSpPr>
          <p:cNvPr id="3" name="Content Placeholder 2"/>
          <p:cNvSpPr>
            <a:spLocks noGrp="1"/>
          </p:cNvSpPr>
          <p:nvPr>
            <p:ph idx="1"/>
          </p:nvPr>
        </p:nvSpPr>
        <p:spPr>
          <a:xfrm>
            <a:off x="1485900" y="1021296"/>
            <a:ext cx="7316105" cy="4158462"/>
          </a:xfrm>
        </p:spPr>
        <p:txBody>
          <a:bodyPr/>
          <a:lstStyle/>
          <a:p>
            <a:pPr marL="0" indent="0">
              <a:buNone/>
            </a:pPr>
            <a:r>
              <a:rPr lang="en-US" dirty="0"/>
              <a:t>A text file including all components in schematic, their electrical connections and assigned footprints</a:t>
            </a:r>
          </a:p>
          <a:p>
            <a:r>
              <a:rPr lang="en-US" dirty="0"/>
              <a:t>Output of schematic editor</a:t>
            </a:r>
          </a:p>
          <a:p>
            <a:r>
              <a:rPr lang="en-US" dirty="0">
                <a:cs typeface="Arial"/>
              </a:rPr>
              <a:t>Starting point of layout design</a:t>
            </a:r>
            <a:endParaRPr lang="en-US" dirty="0"/>
          </a:p>
          <a:p>
            <a:r>
              <a:rPr lang="en-US" dirty="0"/>
              <a:t>Loaded to PCB editor after the schematic is completed</a:t>
            </a:r>
          </a:p>
          <a:p>
            <a:pPr marL="556895" lvl="1" indent="-213995"/>
            <a:r>
              <a:rPr lang="en-US" dirty="0"/>
              <a:t>Be absolutely sure that nothing important is left unconnected</a:t>
            </a:r>
            <a:endParaRPr lang="en-US" dirty="0">
              <a:cs typeface="Arial"/>
            </a:endParaRPr>
          </a:p>
          <a:p>
            <a:pPr marL="556895" lvl="1" indent="-213995"/>
            <a:r>
              <a:rPr lang="en-US" dirty="0"/>
              <a:t>Run ERC during design (all errors are not critical from the point of view of the netlist, but less errors is better)</a:t>
            </a:r>
            <a:endParaRPr lang="en-US" dirty="0">
              <a:cs typeface="Arial"/>
            </a:endParaRPr>
          </a:p>
          <a:p>
            <a:r>
              <a:rPr lang="en-US" dirty="0"/>
              <a:t>“Generate netlist” generates the netlist file in older </a:t>
            </a:r>
            <a:r>
              <a:rPr lang="en-US" dirty="0" err="1"/>
              <a:t>KiCad</a:t>
            </a:r>
            <a:endParaRPr lang="en-US" dirty="0"/>
          </a:p>
          <a:p>
            <a:pPr marL="556895" lvl="1" indent="-213995"/>
            <a:r>
              <a:rPr lang="en-US" dirty="0"/>
              <a:t>Should be automatic in </a:t>
            </a:r>
            <a:r>
              <a:rPr lang="en-US" dirty="0" err="1"/>
              <a:t>Kicad</a:t>
            </a:r>
            <a:r>
              <a:rPr lang="en-US" dirty="0"/>
              <a:t> 6.x and later</a:t>
            </a:r>
            <a:endParaRPr lang="en-US" dirty="0">
              <a:cs typeface="Arial"/>
            </a:endParaRPr>
          </a:p>
          <a:p>
            <a:pPr marL="556895" lvl="1" indent="-213995"/>
            <a:r>
              <a:rPr lang="en-US" dirty="0"/>
              <a:t>Load the netlist in PCB editor</a:t>
            </a:r>
            <a:endParaRPr lang="en-US" dirty="0">
              <a:cs typeface="Arial"/>
            </a:endParaRPr>
          </a:p>
          <a:p>
            <a:pPr marL="556895" lvl="1" indent="-213995"/>
            <a:endParaRPr lang="en-US" dirty="0">
              <a:cs typeface="Arial"/>
            </a:endParaRPr>
          </a:p>
          <a:p>
            <a:r>
              <a:rPr lang="en-US" dirty="0"/>
              <a:t>Revision of schematics later on</a:t>
            </a:r>
          </a:p>
          <a:p>
            <a:pPr marL="556895" lvl="1" indent="-213995"/>
            <a:r>
              <a:rPr lang="en-US" dirty="0"/>
              <a:t>Update netlist</a:t>
            </a:r>
            <a:endParaRPr lang="en-US" dirty="0">
              <a:cs typeface="Arial"/>
            </a:endParaRPr>
          </a:p>
          <a:p>
            <a:pPr marL="556895" lvl="1" indent="-213995"/>
            <a:r>
              <a:rPr lang="en-US" dirty="0"/>
              <a:t>Reload the updated netlist in the PCB editor with the latest changes</a:t>
            </a:r>
            <a:endParaRPr lang="en-US" dirty="0">
              <a:cs typeface="Arial"/>
            </a:endParaRPr>
          </a:p>
          <a:p>
            <a:pPr lvl="2"/>
            <a:r>
              <a:rPr lang="en-US" dirty="0"/>
              <a:t>In </a:t>
            </a:r>
            <a:r>
              <a:rPr lang="en-US" dirty="0" err="1"/>
              <a:t>Kicad</a:t>
            </a:r>
            <a:r>
              <a:rPr lang="en-US" dirty="0"/>
              <a:t> 6.x and later versions, use the “Update PCB with schematic changes button”</a:t>
            </a:r>
          </a:p>
        </p:txBody>
      </p:sp>
    </p:spTree>
    <p:extLst>
      <p:ext uri="{BB962C8B-B14F-4D97-AF65-F5344CB8AC3E}">
        <p14:creationId xmlns:p14="http://schemas.microsoft.com/office/powerpoint/2010/main" val="1669910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B377-CDF6-0B65-9871-25706E31DC04}"/>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F97DBC10-423C-4AFD-AA02-0B8B2248C470}"/>
              </a:ext>
            </a:extLst>
          </p:cNvPr>
          <p:cNvSpPr>
            <a:spLocks noGrp="1"/>
          </p:cNvSpPr>
          <p:nvPr>
            <p:ph type="title"/>
          </p:nvPr>
        </p:nvSpPr>
        <p:spPr>
          <a:xfrm>
            <a:off x="1485900" y="427230"/>
            <a:ext cx="6172200" cy="421556"/>
          </a:xfrm>
        </p:spPr>
        <p:txBody>
          <a:bodyPr/>
          <a:lstStyle/>
          <a:p>
            <a:r>
              <a:rPr lang="en-US" altLang="fi-FI" dirty="0"/>
              <a:t>Keeping notes and tips for further information</a:t>
            </a:r>
          </a:p>
        </p:txBody>
      </p:sp>
      <p:sp>
        <p:nvSpPr>
          <p:cNvPr id="14339" name="Content Placeholder 2">
            <a:extLst>
              <a:ext uri="{FF2B5EF4-FFF2-40B4-BE49-F238E27FC236}">
                <a16:creationId xmlns:a16="http://schemas.microsoft.com/office/drawing/2014/main" id="{09189741-E251-742B-0F3B-677AE4D8AE3C}"/>
              </a:ext>
            </a:extLst>
          </p:cNvPr>
          <p:cNvSpPr>
            <a:spLocks noGrp="1"/>
          </p:cNvSpPr>
          <p:nvPr>
            <p:ph idx="1"/>
          </p:nvPr>
        </p:nvSpPr>
        <p:spPr>
          <a:xfrm>
            <a:off x="1485900" y="1201316"/>
            <a:ext cx="6172200" cy="4104456"/>
          </a:xfrm>
        </p:spPr>
        <p:txBody>
          <a:bodyPr/>
          <a:lstStyle/>
          <a:p>
            <a:r>
              <a:rPr lang="en-US" dirty="0"/>
              <a:t>Keep notes during schematic design</a:t>
            </a:r>
          </a:p>
          <a:p>
            <a:pPr lvl="1"/>
            <a:r>
              <a:rPr lang="en-US" dirty="0"/>
              <a:t>Traceability of design (steps, phases, development, details)</a:t>
            </a:r>
          </a:p>
          <a:p>
            <a:pPr lvl="2"/>
            <a:r>
              <a:rPr lang="en-US" dirty="0"/>
              <a:t>What has been done, why and when?</a:t>
            </a:r>
          </a:p>
          <a:p>
            <a:pPr lvl="2"/>
            <a:r>
              <a:rPr lang="en-US" dirty="0"/>
              <a:t>What has been changed, why and when?</a:t>
            </a:r>
          </a:p>
          <a:p>
            <a:pPr lvl="1"/>
            <a:r>
              <a:rPr lang="en-US" dirty="0"/>
              <a:t>Personal learning (what has worked, what has not)</a:t>
            </a:r>
          </a:p>
          <a:p>
            <a:pPr lvl="1"/>
            <a:r>
              <a:rPr lang="en-US" dirty="0"/>
              <a:t>Knowledge transfer</a:t>
            </a:r>
          </a:p>
          <a:p>
            <a:pPr eaLnBrk="1" hangingPunct="1">
              <a:lnSpc>
                <a:spcPct val="80000"/>
              </a:lnSpc>
            </a:pPr>
            <a:endParaRPr lang="en-US" dirty="0"/>
          </a:p>
          <a:p>
            <a:pPr eaLnBrk="1" hangingPunct="1">
              <a:lnSpc>
                <a:spcPct val="80000"/>
              </a:lnSpc>
            </a:pPr>
            <a:r>
              <a:rPr lang="en-US" dirty="0"/>
              <a:t>Online search tips e.g.</a:t>
            </a:r>
          </a:p>
          <a:p>
            <a:pPr marL="556895" lvl="1" indent="-213995" eaLnBrk="1" hangingPunct="1">
              <a:lnSpc>
                <a:spcPct val="80000"/>
              </a:lnSpc>
            </a:pPr>
            <a:r>
              <a:rPr lang="en-US" dirty="0"/>
              <a:t>“How to schematic design”</a:t>
            </a:r>
            <a:endParaRPr lang="en-US" dirty="0">
              <a:cs typeface="Arial"/>
            </a:endParaRPr>
          </a:p>
          <a:p>
            <a:pPr marL="556895" lvl="1" indent="-213995">
              <a:lnSpc>
                <a:spcPct val="80000"/>
              </a:lnSpc>
            </a:pPr>
            <a:r>
              <a:rPr lang="en-US" dirty="0">
                <a:cs typeface="Arial"/>
              </a:rPr>
              <a:t>“How to schematic footprint assignment”</a:t>
            </a:r>
            <a:endParaRPr lang="en-US" dirty="0"/>
          </a:p>
          <a:p>
            <a:pPr marL="556895" lvl="1" indent="-213995" eaLnBrk="1" hangingPunct="1">
              <a:lnSpc>
                <a:spcPct val="80000"/>
              </a:lnSpc>
            </a:pPr>
            <a:r>
              <a:rPr lang="en-US" dirty="0"/>
              <a:t>“Common mistakes to avoid in schematic design”</a:t>
            </a:r>
            <a:endParaRPr lang="en-US" dirty="0">
              <a:cs typeface="Arial"/>
            </a:endParaRPr>
          </a:p>
          <a:p>
            <a:pPr marL="556895" lvl="1" indent="-213995" eaLnBrk="1" hangingPunct="1">
              <a:lnSpc>
                <a:spcPct val="80000"/>
              </a:lnSpc>
            </a:pPr>
            <a:r>
              <a:rPr lang="en-US" dirty="0"/>
              <a:t>Critical evaluation of sources</a:t>
            </a:r>
            <a:endParaRPr lang="en-US" dirty="0">
              <a:cs typeface="Arial"/>
            </a:endParaRPr>
          </a:p>
        </p:txBody>
      </p:sp>
    </p:spTree>
    <p:extLst>
      <p:ext uri="{BB962C8B-B14F-4D97-AF65-F5344CB8AC3E}">
        <p14:creationId xmlns:p14="http://schemas.microsoft.com/office/powerpoint/2010/main" val="3590108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87FCC-4920-D109-6E3F-E608E1B9B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EC106-F6DD-53C1-7BBD-EF48B7760154}"/>
              </a:ext>
            </a:extLst>
          </p:cNvPr>
          <p:cNvSpPr>
            <a:spLocks noGrp="1"/>
          </p:cNvSpPr>
          <p:nvPr>
            <p:ph type="title"/>
          </p:nvPr>
        </p:nvSpPr>
        <p:spPr>
          <a:xfrm>
            <a:off x="1485900" y="2428875"/>
            <a:ext cx="6172200" cy="857250"/>
          </a:xfrm>
        </p:spPr>
        <p:txBody>
          <a:bodyPr/>
          <a:lstStyle/>
          <a:p>
            <a:r>
              <a:rPr lang="fi-FI" dirty="0" err="1"/>
              <a:t>Ordering</a:t>
            </a:r>
            <a:r>
              <a:rPr lang="fi-FI" dirty="0"/>
              <a:t> </a:t>
            </a:r>
            <a:r>
              <a:rPr lang="fi-FI" dirty="0" err="1"/>
              <a:t>components</a:t>
            </a:r>
            <a:endParaRPr lang="fi-FI" dirty="0"/>
          </a:p>
        </p:txBody>
      </p:sp>
    </p:spTree>
    <p:extLst>
      <p:ext uri="{BB962C8B-B14F-4D97-AF65-F5344CB8AC3E}">
        <p14:creationId xmlns:p14="http://schemas.microsoft.com/office/powerpoint/2010/main" val="3513458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E708B-91C6-5E1E-1B11-21A2BD8E03C7}"/>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a:t>Final selection components and ordering</a:t>
            </a:r>
            <a:endParaRPr lang="fi-FI" kern="0" dirty="0"/>
          </a:p>
        </p:txBody>
      </p:sp>
      <p:sp>
        <p:nvSpPr>
          <p:cNvPr id="4" name="Content Placeholder 2"/>
          <p:cNvSpPr>
            <a:spLocks noGrp="1"/>
          </p:cNvSpPr>
          <p:nvPr>
            <p:ph idx="1"/>
          </p:nvPr>
        </p:nvSpPr>
        <p:spPr>
          <a:xfrm>
            <a:off x="1485900" y="1273324"/>
            <a:ext cx="6172200" cy="4104456"/>
          </a:xfrm>
        </p:spPr>
        <p:txBody>
          <a:bodyPr/>
          <a:lstStyle/>
          <a:p>
            <a:pPr marL="0" indent="0" eaLnBrk="1" hangingPunct="1">
              <a:lnSpc>
                <a:spcPct val="80000"/>
              </a:lnSpc>
              <a:buNone/>
            </a:pPr>
            <a:r>
              <a:rPr lang="en-US" dirty="0"/>
              <a:t>List of final components</a:t>
            </a:r>
          </a:p>
          <a:p>
            <a:pPr eaLnBrk="1" hangingPunct="1">
              <a:lnSpc>
                <a:spcPct val="80000"/>
              </a:lnSpc>
            </a:pPr>
            <a:r>
              <a:rPr lang="en-US" dirty="0"/>
              <a:t>Schematic is completed</a:t>
            </a:r>
            <a:endParaRPr lang="en-US" dirty="0">
              <a:cs typeface="Arial"/>
            </a:endParaRPr>
          </a:p>
          <a:p>
            <a:pPr marL="556895" lvl="1" indent="-213995" eaLnBrk="1" hangingPunct="1">
              <a:lnSpc>
                <a:spcPct val="80000"/>
              </a:lnSpc>
            </a:pPr>
            <a:r>
              <a:rPr lang="en-US" dirty="0"/>
              <a:t>All the required components and their connections included</a:t>
            </a:r>
            <a:endParaRPr lang="en-US" dirty="0">
              <a:cs typeface="Arial"/>
            </a:endParaRPr>
          </a:p>
          <a:p>
            <a:pPr lvl="1" eaLnBrk="1" hangingPunct="1">
              <a:lnSpc>
                <a:spcPct val="80000"/>
              </a:lnSpc>
            </a:pPr>
            <a:r>
              <a:rPr lang="en-US" dirty="0"/>
              <a:t>With schematics done, the chance that something is left out of the order list is minimized</a:t>
            </a:r>
            <a:endParaRPr lang="en-US" dirty="0">
              <a:cs typeface="Arial"/>
            </a:endParaRPr>
          </a:p>
          <a:p>
            <a:pPr marL="342900" lvl="1" indent="0" eaLnBrk="1" hangingPunct="1">
              <a:lnSpc>
                <a:spcPct val="80000"/>
              </a:lnSpc>
              <a:buNone/>
            </a:pPr>
            <a:endParaRPr lang="en-US" dirty="0"/>
          </a:p>
          <a:p>
            <a:pPr marL="0" indent="0" eaLnBrk="1" hangingPunct="1">
              <a:lnSpc>
                <a:spcPct val="80000"/>
              </a:lnSpc>
              <a:buNone/>
            </a:pPr>
            <a:r>
              <a:rPr lang="en-US" dirty="0"/>
              <a:t>Permission to order components</a:t>
            </a:r>
          </a:p>
          <a:p>
            <a:pPr eaLnBrk="1" hangingPunct="1">
              <a:lnSpc>
                <a:spcPct val="80000"/>
              </a:lnSpc>
            </a:pPr>
            <a:r>
              <a:rPr lang="en-US" dirty="0"/>
              <a:t>Requirement and technical specifications are mainly complete</a:t>
            </a:r>
          </a:p>
          <a:p>
            <a:pPr eaLnBrk="1" hangingPunct="1">
              <a:lnSpc>
                <a:spcPct val="80000"/>
              </a:lnSpc>
            </a:pPr>
            <a:r>
              <a:rPr lang="en-US" dirty="0"/>
              <a:t>Schematic is about ready</a:t>
            </a:r>
          </a:p>
          <a:p>
            <a:pPr eaLnBrk="1" hangingPunct="1">
              <a:lnSpc>
                <a:spcPct val="80000"/>
              </a:lnSpc>
            </a:pPr>
            <a:r>
              <a:rPr lang="en-US" dirty="0"/>
              <a:t>Permission to order is given by the course staff</a:t>
            </a:r>
          </a:p>
          <a:p>
            <a:pPr eaLnBrk="1" hangingPunct="1">
              <a:lnSpc>
                <a:spcPct val="80000"/>
              </a:lnSpc>
            </a:pPr>
            <a:endParaRPr lang="en-US" dirty="0"/>
          </a:p>
          <a:p>
            <a:pPr marL="0" indent="0" eaLnBrk="1" hangingPunct="1">
              <a:lnSpc>
                <a:spcPct val="80000"/>
              </a:lnSpc>
              <a:buNone/>
            </a:pPr>
            <a:r>
              <a:rPr lang="en-US" dirty="0"/>
              <a:t>Important reminder!</a:t>
            </a:r>
          </a:p>
          <a:p>
            <a:pPr eaLnBrk="1" hangingPunct="1">
              <a:lnSpc>
                <a:spcPct val="80000"/>
              </a:lnSpc>
            </a:pPr>
            <a:r>
              <a:rPr lang="en-US" dirty="0"/>
              <a:t>Footprint assignment (schematic editor)</a:t>
            </a:r>
          </a:p>
          <a:p>
            <a:pPr marL="556895" lvl="1" indent="-213995" eaLnBrk="1" hangingPunct="1">
              <a:lnSpc>
                <a:spcPct val="80000"/>
              </a:lnSpc>
            </a:pPr>
            <a:r>
              <a:rPr lang="en-US" dirty="0"/>
              <a:t>Selected components has to match with assigned footprints</a:t>
            </a:r>
            <a:endParaRPr lang="en-US" dirty="0">
              <a:cs typeface="Arial"/>
            </a:endParaRPr>
          </a:p>
        </p:txBody>
      </p:sp>
    </p:spTree>
    <p:extLst>
      <p:ext uri="{BB962C8B-B14F-4D97-AF65-F5344CB8AC3E}">
        <p14:creationId xmlns:p14="http://schemas.microsoft.com/office/powerpoint/2010/main" val="2429364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2678-9D4D-1349-1591-0BA788834349}"/>
              </a:ext>
            </a:extLst>
          </p:cNvPr>
          <p:cNvSpPr txBox="1">
            <a:spLocks/>
          </p:cNvSpPr>
          <p:nvPr/>
        </p:nvSpPr>
        <p:spPr bwMode="auto">
          <a:xfrm>
            <a:off x="457200" y="228865"/>
            <a:ext cx="8229600" cy="9525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a:t>Component suppliers</a:t>
            </a:r>
            <a:endParaRPr lang="fi-FI" kern="0" dirty="0"/>
          </a:p>
        </p:txBody>
      </p:sp>
      <p:sp>
        <p:nvSpPr>
          <p:cNvPr id="4" name="Content Placeholder 2"/>
          <p:cNvSpPr>
            <a:spLocks noGrp="1"/>
          </p:cNvSpPr>
          <p:nvPr>
            <p:ph idx="1"/>
          </p:nvPr>
        </p:nvSpPr>
        <p:spPr>
          <a:xfrm>
            <a:off x="1485900" y="1021296"/>
            <a:ext cx="6172200" cy="4428492"/>
          </a:xfrm>
        </p:spPr>
        <p:txBody>
          <a:bodyPr/>
          <a:lstStyle/>
          <a:p>
            <a:pPr eaLnBrk="1" hangingPunct="1">
              <a:lnSpc>
                <a:spcPct val="80000"/>
              </a:lnSpc>
            </a:pPr>
            <a:r>
              <a:rPr lang="en-US" sz="1350" dirty="0"/>
              <a:t>Examples of sites with very large selections (cheap individual ICs and other components, include also breakout boards and dev-kits, which may cost more than in other stores):</a:t>
            </a:r>
          </a:p>
          <a:p>
            <a:pPr lvl="1" eaLnBrk="1" hangingPunct="1">
              <a:lnSpc>
                <a:spcPct val="80000"/>
              </a:lnSpc>
            </a:pPr>
            <a:r>
              <a:rPr lang="en-US" sz="1350" dirty="0" err="1"/>
              <a:t>Digikey</a:t>
            </a:r>
            <a:r>
              <a:rPr lang="en-US" sz="1350" dirty="0"/>
              <a:t> (preference?)</a:t>
            </a:r>
          </a:p>
          <a:p>
            <a:pPr lvl="1" eaLnBrk="1" hangingPunct="1">
              <a:lnSpc>
                <a:spcPct val="80000"/>
              </a:lnSpc>
            </a:pPr>
            <a:r>
              <a:rPr lang="en-US" sz="1350" dirty="0"/>
              <a:t>Mouser</a:t>
            </a:r>
          </a:p>
          <a:p>
            <a:pPr lvl="1" eaLnBrk="1" hangingPunct="1">
              <a:lnSpc>
                <a:spcPct val="80000"/>
              </a:lnSpc>
            </a:pPr>
            <a:r>
              <a:rPr lang="en-US" sz="1350" dirty="0"/>
              <a:t>TME</a:t>
            </a:r>
          </a:p>
          <a:p>
            <a:pPr lvl="1" eaLnBrk="1" hangingPunct="1">
              <a:lnSpc>
                <a:spcPct val="80000"/>
              </a:lnSpc>
            </a:pPr>
            <a:r>
              <a:rPr lang="en-US" sz="1350" dirty="0" err="1"/>
              <a:t>Farnell</a:t>
            </a:r>
            <a:r>
              <a:rPr lang="en-US" sz="1350" dirty="0"/>
              <a:t>, etc.</a:t>
            </a:r>
          </a:p>
          <a:p>
            <a:pPr eaLnBrk="1" hangingPunct="1">
              <a:lnSpc>
                <a:spcPct val="80000"/>
              </a:lnSpc>
              <a:buFontTx/>
              <a:buNone/>
            </a:pPr>
            <a:endParaRPr lang="en-US" sz="1350" dirty="0"/>
          </a:p>
          <a:p>
            <a:pPr eaLnBrk="1" hangingPunct="1">
              <a:lnSpc>
                <a:spcPct val="80000"/>
              </a:lnSpc>
            </a:pPr>
            <a:r>
              <a:rPr lang="en-US" sz="1350" dirty="0"/>
              <a:t>Some more hobby &amp; dev-kits oriented sites:</a:t>
            </a:r>
          </a:p>
          <a:p>
            <a:pPr lvl="1" eaLnBrk="1" hangingPunct="1">
              <a:lnSpc>
                <a:spcPct val="80000"/>
              </a:lnSpc>
            </a:pPr>
            <a:r>
              <a:rPr lang="en-US" sz="1350" dirty="0" err="1"/>
              <a:t>Adafruit</a:t>
            </a:r>
            <a:endParaRPr lang="en-US" sz="1350" dirty="0"/>
          </a:p>
          <a:p>
            <a:pPr lvl="1" eaLnBrk="1" hangingPunct="1">
              <a:lnSpc>
                <a:spcPct val="80000"/>
              </a:lnSpc>
            </a:pPr>
            <a:r>
              <a:rPr lang="en-US" sz="1350" dirty="0" err="1"/>
              <a:t>Sparkfun</a:t>
            </a:r>
            <a:endParaRPr lang="en-US" sz="1350" dirty="0"/>
          </a:p>
          <a:p>
            <a:pPr lvl="1" eaLnBrk="1" hangingPunct="1">
              <a:lnSpc>
                <a:spcPct val="80000"/>
              </a:lnSpc>
            </a:pPr>
            <a:r>
              <a:rPr lang="en-US" sz="1350" dirty="0" err="1"/>
              <a:t>Pololu</a:t>
            </a:r>
            <a:endParaRPr lang="en-US" sz="1350" dirty="0"/>
          </a:p>
          <a:p>
            <a:pPr lvl="1" eaLnBrk="1" hangingPunct="1">
              <a:lnSpc>
                <a:spcPct val="80000"/>
              </a:lnSpc>
            </a:pPr>
            <a:r>
              <a:rPr lang="en-US" sz="1350" dirty="0" err="1"/>
              <a:t>HobbyKing</a:t>
            </a:r>
            <a:r>
              <a:rPr lang="en-US" sz="1350" dirty="0"/>
              <a:t>, etc.</a:t>
            </a:r>
          </a:p>
          <a:p>
            <a:pPr marL="0" indent="0" eaLnBrk="1" hangingPunct="1">
              <a:lnSpc>
                <a:spcPct val="80000"/>
              </a:lnSpc>
              <a:buNone/>
            </a:pPr>
            <a:endParaRPr lang="en-US" sz="1350" dirty="0"/>
          </a:p>
          <a:p>
            <a:pPr eaLnBrk="1" hangingPunct="1">
              <a:lnSpc>
                <a:spcPct val="80000"/>
              </a:lnSpc>
            </a:pPr>
            <a:r>
              <a:rPr lang="en-US" sz="1350" dirty="0"/>
              <a:t>If you order components through the university at the course’s expense, all the components must be included in one order. Only order from 1, or 2 places at most, otherwise, strong justification is required.</a:t>
            </a:r>
          </a:p>
          <a:p>
            <a:pPr eaLnBrk="1" hangingPunct="1">
              <a:lnSpc>
                <a:spcPct val="80000"/>
              </a:lnSpc>
            </a:pPr>
            <a:r>
              <a:rPr lang="en-US" sz="1350" dirty="0"/>
              <a:t>When ordering, be very careful about the delivery time. In many cases, for example, sources from China may claim much shorter delivery times than what they are in reality, so primarily look options from Europe and US area based companies / sellers, like the ones listed.</a:t>
            </a:r>
          </a:p>
          <a:p>
            <a:pPr eaLnBrk="1" hangingPunct="1">
              <a:lnSpc>
                <a:spcPct val="80000"/>
              </a:lnSpc>
            </a:pPr>
            <a:r>
              <a:rPr lang="en-US" sz="1350" dirty="0"/>
              <a:t>Verify availability of components (sufficient amount in stock, product status is still active)</a:t>
            </a:r>
          </a:p>
        </p:txBody>
      </p:sp>
    </p:spTree>
    <p:extLst>
      <p:ext uri="{BB962C8B-B14F-4D97-AF65-F5344CB8AC3E}">
        <p14:creationId xmlns:p14="http://schemas.microsoft.com/office/powerpoint/2010/main" val="4228710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568ED-E9F3-2796-4F1E-7A0DBC514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313A7-BAA9-B89F-5450-C7C489B2CA91}"/>
              </a:ext>
            </a:extLst>
          </p:cNvPr>
          <p:cNvSpPr>
            <a:spLocks noGrp="1"/>
          </p:cNvSpPr>
          <p:nvPr>
            <p:ph type="title"/>
          </p:nvPr>
        </p:nvSpPr>
        <p:spPr>
          <a:xfrm>
            <a:off x="1485900" y="2428875"/>
            <a:ext cx="6172200" cy="857250"/>
          </a:xfrm>
        </p:spPr>
        <p:txBody>
          <a:bodyPr/>
          <a:lstStyle/>
          <a:p>
            <a:r>
              <a:rPr lang="fi-FI" dirty="0" err="1"/>
              <a:t>KiCAD</a:t>
            </a:r>
            <a:r>
              <a:rPr lang="fi-FI" dirty="0"/>
              <a:t> layout design</a:t>
            </a:r>
          </a:p>
        </p:txBody>
      </p:sp>
    </p:spTree>
    <p:extLst>
      <p:ext uri="{BB962C8B-B14F-4D97-AF65-F5344CB8AC3E}">
        <p14:creationId xmlns:p14="http://schemas.microsoft.com/office/powerpoint/2010/main" val="1181991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8B48-CB9F-CF69-1D01-E855F27AA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D9115-CC92-2538-C340-F428BD6FFD8A}"/>
              </a:ext>
            </a:extLst>
          </p:cNvPr>
          <p:cNvSpPr>
            <a:spLocks noGrp="1"/>
          </p:cNvSpPr>
          <p:nvPr>
            <p:ph type="title"/>
          </p:nvPr>
        </p:nvSpPr>
        <p:spPr>
          <a:xfrm>
            <a:off x="1485900" y="427230"/>
            <a:ext cx="6172200" cy="367550"/>
          </a:xfrm>
        </p:spPr>
        <p:txBody>
          <a:bodyPr/>
          <a:lstStyle/>
          <a:p>
            <a:r>
              <a:rPr lang="en-US" dirty="0"/>
              <a:t>Layout design workflow in a nutshell</a:t>
            </a:r>
          </a:p>
        </p:txBody>
      </p:sp>
      <p:sp>
        <p:nvSpPr>
          <p:cNvPr id="3" name="Content Placeholder 2">
            <a:extLst>
              <a:ext uri="{FF2B5EF4-FFF2-40B4-BE49-F238E27FC236}">
                <a16:creationId xmlns:a16="http://schemas.microsoft.com/office/drawing/2014/main" id="{007EE4DD-546D-C42C-D611-3DA1E8681D55}"/>
              </a:ext>
            </a:extLst>
          </p:cNvPr>
          <p:cNvSpPr>
            <a:spLocks noGrp="1"/>
          </p:cNvSpPr>
          <p:nvPr>
            <p:ph idx="1"/>
          </p:nvPr>
        </p:nvSpPr>
        <p:spPr>
          <a:xfrm>
            <a:off x="1485900" y="1003294"/>
            <a:ext cx="6172200" cy="4374486"/>
          </a:xfrm>
        </p:spPr>
        <p:txBody>
          <a:bodyPr/>
          <a:lstStyle/>
          <a:p>
            <a:pPr marL="342900" indent="-342900">
              <a:buFont typeface="+mj-lt"/>
              <a:buAutoNum type="arabicPeriod"/>
            </a:pPr>
            <a:r>
              <a:rPr lang="en-US" dirty="0"/>
              <a:t>Initial preparations</a:t>
            </a:r>
          </a:p>
          <a:p>
            <a:pPr marL="585470" lvl="1" indent="-285750">
              <a:buFont typeface="Arial" panose="020B0604020202020204" pitchFamily="34" charset="0"/>
              <a:buChar char="•"/>
            </a:pPr>
            <a:r>
              <a:rPr lang="en-US" dirty="0">
                <a:cs typeface="Arial"/>
              </a:rPr>
              <a:t>Design rules</a:t>
            </a:r>
          </a:p>
          <a:p>
            <a:pPr marL="585470" lvl="1" indent="-285750">
              <a:buFont typeface="Arial" panose="020B0604020202020204" pitchFamily="34" charset="0"/>
              <a:buChar char="•"/>
            </a:pPr>
            <a:r>
              <a:rPr lang="en-US" dirty="0">
                <a:cs typeface="Arial"/>
              </a:rPr>
              <a:t>Layer stack-up definition</a:t>
            </a:r>
          </a:p>
          <a:p>
            <a:pPr marL="585470" lvl="1" indent="-285750">
              <a:buFont typeface="Arial" panose="020B0604020202020204" pitchFamily="34" charset="0"/>
              <a:buChar char="•"/>
            </a:pPr>
            <a:r>
              <a:rPr lang="en-US" dirty="0"/>
              <a:t>Preferences (editor) etc.</a:t>
            </a:r>
            <a:endParaRPr lang="en-US" dirty="0">
              <a:cs typeface="Arial"/>
            </a:endParaRPr>
          </a:p>
          <a:p>
            <a:pPr marL="342900" indent="-342900">
              <a:buFont typeface="+mj-lt"/>
              <a:buAutoNum type="arabicPeriod"/>
            </a:pPr>
            <a:r>
              <a:rPr lang="en-US" dirty="0"/>
              <a:t>Import design data from the schematic editor (netlist file)</a:t>
            </a:r>
            <a:endParaRPr lang="en-US" dirty="0">
              <a:cs typeface="Arial"/>
            </a:endParaRPr>
          </a:p>
          <a:p>
            <a:pPr marL="342900" indent="-342900">
              <a:buFont typeface="+mj-lt"/>
              <a:buAutoNum type="arabicPeriod"/>
            </a:pPr>
            <a:r>
              <a:rPr lang="en-US" dirty="0"/>
              <a:t>Drawing a board outline</a:t>
            </a:r>
          </a:p>
          <a:p>
            <a:pPr marL="342900" indent="-342900">
              <a:buFont typeface="+mj-lt"/>
              <a:buAutoNum type="arabicPeriod"/>
            </a:pPr>
            <a:r>
              <a:rPr lang="en-US" dirty="0"/>
              <a:t>Placing footprints (components)</a:t>
            </a:r>
            <a:endParaRPr lang="en-US" dirty="0">
              <a:cs typeface="Arial"/>
            </a:endParaRPr>
          </a:p>
          <a:p>
            <a:pPr marL="342900" indent="-342900">
              <a:buFont typeface="+mj-lt"/>
              <a:buAutoNum type="arabicPeriod"/>
            </a:pPr>
            <a:r>
              <a:rPr lang="en-US" dirty="0"/>
              <a:t>Routing tracks</a:t>
            </a:r>
          </a:p>
          <a:p>
            <a:pPr marL="342900" indent="-342900">
              <a:buFont typeface="+mj-lt"/>
              <a:buAutoNum type="arabicPeriod"/>
            </a:pPr>
            <a:r>
              <a:rPr lang="en-US" dirty="0"/>
              <a:t>Placing copper zones (ground and power supply connected)</a:t>
            </a:r>
          </a:p>
          <a:p>
            <a:pPr marL="342900" indent="-342900">
              <a:buFont typeface="+mj-lt"/>
              <a:buAutoNum type="arabicPeriod"/>
            </a:pPr>
            <a:r>
              <a:rPr lang="en-US" dirty="0"/>
              <a:t>Design Rule Checking (violations of manufacturing, electrical and physical constraints)</a:t>
            </a:r>
            <a:endParaRPr lang="en-US" dirty="0">
              <a:cs typeface="Arial"/>
            </a:endParaRPr>
          </a:p>
          <a:p>
            <a:pPr marL="342900" indent="-342900">
              <a:buFont typeface="+mj-lt"/>
              <a:buAutoNum type="arabicPeriod"/>
            </a:pPr>
            <a:r>
              <a:rPr lang="en-US" dirty="0"/>
              <a:t>Fabrication outputs (necessary layers, file formats matching with manufacturer’s requirements)</a:t>
            </a:r>
          </a:p>
          <a:p>
            <a:pPr marL="685800" lvl="2" indent="0">
              <a:buNone/>
            </a:pPr>
            <a:endParaRPr lang="en-US" dirty="0"/>
          </a:p>
          <a:p>
            <a:r>
              <a:rPr lang="en-US" dirty="0"/>
              <a:t>Layout design can be started only after schematic design is completed and reviewed successfully by course staff</a:t>
            </a:r>
          </a:p>
        </p:txBody>
      </p:sp>
    </p:spTree>
    <p:extLst>
      <p:ext uri="{BB962C8B-B14F-4D97-AF65-F5344CB8AC3E}">
        <p14:creationId xmlns:p14="http://schemas.microsoft.com/office/powerpoint/2010/main" val="152974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465D-2D82-B9B4-DE92-2150F88EA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EDA35-47F6-4B7B-6B45-F4FA3EDB867F}"/>
              </a:ext>
            </a:extLst>
          </p:cNvPr>
          <p:cNvSpPr>
            <a:spLocks noGrp="1"/>
          </p:cNvSpPr>
          <p:nvPr>
            <p:ph type="title"/>
          </p:nvPr>
        </p:nvSpPr>
        <p:spPr/>
        <p:txBody>
          <a:bodyPr/>
          <a:lstStyle/>
          <a:p>
            <a:r>
              <a:rPr lang="fi-FI" dirty="0"/>
              <a:t>PCB (</a:t>
            </a:r>
            <a:r>
              <a:rPr lang="fi-FI" dirty="0" err="1"/>
              <a:t>Printed</a:t>
            </a:r>
            <a:r>
              <a:rPr lang="fi-FI" dirty="0"/>
              <a:t> </a:t>
            </a:r>
            <a:r>
              <a:rPr lang="fi-FI" dirty="0" err="1"/>
              <a:t>Circuit</a:t>
            </a:r>
            <a:r>
              <a:rPr lang="fi-FI" dirty="0"/>
              <a:t> Board)</a:t>
            </a:r>
          </a:p>
        </p:txBody>
      </p:sp>
      <p:sp>
        <p:nvSpPr>
          <p:cNvPr id="3" name="Content Placeholder 2">
            <a:extLst>
              <a:ext uri="{FF2B5EF4-FFF2-40B4-BE49-F238E27FC236}">
                <a16:creationId xmlns:a16="http://schemas.microsoft.com/office/drawing/2014/main" id="{3F4A2AEE-BB5C-3693-5893-2E4A758780FE}"/>
              </a:ext>
            </a:extLst>
          </p:cNvPr>
          <p:cNvSpPr>
            <a:spLocks noGrp="1"/>
          </p:cNvSpPr>
          <p:nvPr>
            <p:ph idx="1"/>
          </p:nvPr>
        </p:nvSpPr>
        <p:spPr/>
        <p:txBody>
          <a:bodyPr/>
          <a:lstStyle/>
          <a:p>
            <a:pPr marL="342900" indent="-342900">
              <a:buFont typeface="+mj-lt"/>
              <a:buAutoNum type="arabicPeriod"/>
            </a:pPr>
            <a:r>
              <a:rPr lang="en-US" altLang="fi-FI" dirty="0"/>
              <a:t>What is PCB</a:t>
            </a:r>
          </a:p>
          <a:p>
            <a:pPr marL="556895" lvl="1" indent="-213995"/>
            <a:r>
              <a:rPr lang="en-US" altLang="fi-FI" dirty="0"/>
              <a:t>Immediate electrical environment for electrical components and their interconnections</a:t>
            </a:r>
            <a:endParaRPr lang="en-US" altLang="fi-FI" dirty="0">
              <a:cs typeface="Arial"/>
            </a:endParaRPr>
          </a:p>
          <a:p>
            <a:pPr marL="556895" lvl="1" indent="-213995"/>
            <a:r>
              <a:rPr lang="en-US" altLang="fi-FI" dirty="0"/>
              <a:t>Substrate/ base providing mechanical support and electrical connections</a:t>
            </a:r>
            <a:endParaRPr lang="en-US" altLang="fi-FI" dirty="0">
              <a:cs typeface="Arial"/>
            </a:endParaRPr>
          </a:p>
          <a:p>
            <a:pPr marL="342900" indent="-342900">
              <a:buFont typeface="+mj-lt"/>
              <a:buAutoNum type="arabicPeriod"/>
            </a:pPr>
            <a:r>
              <a:rPr lang="en-US" altLang="fi-FI" dirty="0"/>
              <a:t>Typical structure of PCB</a:t>
            </a:r>
          </a:p>
          <a:p>
            <a:pPr marL="556895" lvl="1" indent="-213995"/>
            <a:r>
              <a:rPr lang="en-US" altLang="fi-FI" dirty="0"/>
              <a:t>Multitude of varying complex layered structures of dielectrics and conductors </a:t>
            </a:r>
            <a:endParaRPr lang="en-US" altLang="fi-FI" dirty="0">
              <a:cs typeface="Arial"/>
            </a:endParaRPr>
          </a:p>
          <a:p>
            <a:pPr marL="556895" lvl="1" indent="-213995"/>
            <a:r>
              <a:rPr lang="en-US" altLang="fi-FI" dirty="0"/>
              <a:t>Typically made of fiberglass/ plastic and copper (e.g. FR-4, polyimide, Teflon, ceramic)</a:t>
            </a:r>
            <a:endParaRPr lang="en-US" altLang="fi-FI" dirty="0">
              <a:cs typeface="Arial"/>
            </a:endParaRPr>
          </a:p>
          <a:p>
            <a:pPr marL="342900" indent="-342900">
              <a:buFont typeface="+mj-lt"/>
              <a:buAutoNum type="arabicPeriod"/>
            </a:pPr>
            <a:r>
              <a:rPr lang="en-US" altLang="fi-FI" dirty="0"/>
              <a:t>Electrical characteristics of PCB</a:t>
            </a:r>
          </a:p>
          <a:p>
            <a:pPr marL="556895" lvl="1" indent="-213995"/>
            <a:r>
              <a:rPr lang="en-US" altLang="fi-FI" dirty="0"/>
              <a:t>Complex structures with complex electrical interactions =&gt; complex electrical characteristics of its own</a:t>
            </a:r>
          </a:p>
          <a:p>
            <a:pPr marL="642937" lvl="2" indent="0">
              <a:buNone/>
            </a:pPr>
            <a:r>
              <a:rPr lang="en-US" altLang="fi-FI" dirty="0"/>
              <a:t>=&gt; PCB is an electrical component in itself</a:t>
            </a:r>
            <a:endParaRPr lang="en-US" altLang="fi-FI" dirty="0">
              <a:cs typeface="Arial"/>
            </a:endParaRPr>
          </a:p>
          <a:p>
            <a:pPr marL="556895" lvl="1" indent="-213995"/>
            <a:r>
              <a:rPr lang="en-US" altLang="fi-FI" dirty="0"/>
              <a:t>Unintentional electrical characteristics (resistance, inductance, capacitance)</a:t>
            </a:r>
          </a:p>
          <a:p>
            <a:pPr marL="856932" lvl="2" indent="-213995"/>
            <a:r>
              <a:rPr lang="en-US" altLang="fi-FI" dirty="0"/>
              <a:t>Known as </a:t>
            </a:r>
            <a:r>
              <a:rPr lang="en-US" altLang="fi-FI" dirty="0" err="1"/>
              <a:t>parasitics</a:t>
            </a:r>
            <a:endParaRPr lang="en-US" altLang="fi-FI" dirty="0">
              <a:cs typeface="Arial"/>
            </a:endParaRPr>
          </a:p>
          <a:p>
            <a:pPr marL="556895" lvl="1" indent="-213995"/>
            <a:r>
              <a:rPr lang="en-US" altLang="fi-FI" dirty="0"/>
              <a:t>PCB </a:t>
            </a:r>
            <a:r>
              <a:rPr lang="en-US" altLang="fi-FI" dirty="0" err="1"/>
              <a:t>parasitics</a:t>
            </a:r>
            <a:r>
              <a:rPr lang="en-US" altLang="fi-FI" dirty="0"/>
              <a:t> become part of circuits =&gt; might have adverse effects on performance</a:t>
            </a:r>
            <a:endParaRPr lang="en-US" altLang="fi-FI" dirty="0">
              <a:cs typeface="Arial"/>
            </a:endParaRPr>
          </a:p>
          <a:p>
            <a:pPr marL="556895" lvl="1" indent="-213995"/>
            <a:r>
              <a:rPr lang="en-US" altLang="fi-FI" dirty="0"/>
              <a:t>Effects can be controlled to some extend by careful design of structures on PCB</a:t>
            </a:r>
            <a:endParaRPr lang="en-US" altLang="fi-FI" dirty="0">
              <a:cs typeface="Arial"/>
            </a:endParaRPr>
          </a:p>
        </p:txBody>
      </p:sp>
    </p:spTree>
    <p:extLst>
      <p:ext uri="{BB962C8B-B14F-4D97-AF65-F5344CB8AC3E}">
        <p14:creationId xmlns:p14="http://schemas.microsoft.com/office/powerpoint/2010/main" val="3494392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DBE1-6FD3-CB3A-1EE9-F252BC3D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081F0-7096-E83E-96E0-5F36F340339E}"/>
              </a:ext>
            </a:extLst>
          </p:cNvPr>
          <p:cNvSpPr>
            <a:spLocks noGrp="1"/>
          </p:cNvSpPr>
          <p:nvPr>
            <p:ph type="title"/>
          </p:nvPr>
        </p:nvSpPr>
        <p:spPr/>
        <p:txBody>
          <a:bodyPr/>
          <a:lstStyle/>
          <a:p>
            <a:r>
              <a:rPr lang="fi-FI" dirty="0"/>
              <a:t>Professional layout design vs. </a:t>
            </a:r>
            <a:r>
              <a:rPr lang="fi-FI" dirty="0" err="1"/>
              <a:t>practices</a:t>
            </a:r>
            <a:r>
              <a:rPr lang="fi-FI" dirty="0"/>
              <a:t> on </a:t>
            </a:r>
            <a:r>
              <a:rPr lang="fi-FI" dirty="0" err="1"/>
              <a:t>this</a:t>
            </a:r>
            <a:r>
              <a:rPr lang="fi-FI" dirty="0"/>
              <a:t> </a:t>
            </a:r>
            <a:r>
              <a:rPr lang="fi-FI" dirty="0" err="1"/>
              <a:t>course</a:t>
            </a:r>
            <a:br>
              <a:rPr lang="fi-FI" dirty="0"/>
            </a:br>
            <a:r>
              <a:rPr lang="fi-FI" dirty="0"/>
              <a:t>(</a:t>
            </a:r>
            <a:r>
              <a:rPr lang="fi-FI" dirty="0" err="1"/>
              <a:t>disclaimer</a:t>
            </a:r>
            <a:r>
              <a:rPr lang="fi-FI" dirty="0"/>
              <a:t>)</a:t>
            </a:r>
          </a:p>
        </p:txBody>
      </p:sp>
      <p:sp>
        <p:nvSpPr>
          <p:cNvPr id="3" name="Content Placeholder 2">
            <a:extLst>
              <a:ext uri="{FF2B5EF4-FFF2-40B4-BE49-F238E27FC236}">
                <a16:creationId xmlns:a16="http://schemas.microsoft.com/office/drawing/2014/main" id="{96233A66-7A50-87B7-A7C2-8E5309A428D7}"/>
              </a:ext>
            </a:extLst>
          </p:cNvPr>
          <p:cNvSpPr>
            <a:spLocks noGrp="1"/>
          </p:cNvSpPr>
          <p:nvPr>
            <p:ph idx="1"/>
          </p:nvPr>
        </p:nvSpPr>
        <p:spPr>
          <a:xfrm>
            <a:off x="457200" y="1246104"/>
            <a:ext cx="8229600" cy="3771636"/>
          </a:xfrm>
        </p:spPr>
        <p:txBody>
          <a:bodyPr/>
          <a:lstStyle/>
          <a:p>
            <a:r>
              <a:rPr lang="en-US" altLang="fi-FI" dirty="0"/>
              <a:t>Professional layout design</a:t>
            </a:r>
          </a:p>
          <a:p>
            <a:pPr marL="556895" lvl="1" indent="-213995"/>
            <a:r>
              <a:rPr lang="en-US" altLang="fi-FI" dirty="0"/>
              <a:t>Complex electromagnetic </a:t>
            </a:r>
            <a:r>
              <a:rPr lang="en-US" altLang="fi-FI" dirty="0" err="1"/>
              <a:t>phenomenona</a:t>
            </a:r>
            <a:r>
              <a:rPr lang="en-US" altLang="fi-FI" dirty="0"/>
              <a:t> and interactions in and between systems</a:t>
            </a:r>
            <a:endParaRPr lang="en-US" altLang="fi-FI" dirty="0">
              <a:cs typeface="Arial"/>
            </a:endParaRPr>
          </a:p>
          <a:p>
            <a:pPr marL="556895" lvl="1" indent="-213995"/>
            <a:r>
              <a:rPr lang="en-US" altLang="fi-FI" dirty="0"/>
              <a:t>Serious layout design and analysis requires professional design tools</a:t>
            </a:r>
          </a:p>
          <a:p>
            <a:pPr marL="556895" lvl="1" indent="-213995"/>
            <a:r>
              <a:rPr lang="en-US" altLang="fi-FI" dirty="0">
                <a:cs typeface="Arial"/>
              </a:rPr>
              <a:t>Serious PCB implementation requires iterative prototyping (trial and error method)</a:t>
            </a:r>
          </a:p>
          <a:p>
            <a:pPr marL="385445" indent="-342900"/>
            <a:r>
              <a:rPr lang="en-US" altLang="fi-FI" dirty="0"/>
              <a:t>Post-layout simulation tools</a:t>
            </a:r>
            <a:endParaRPr lang="en-US" altLang="fi-FI" dirty="0">
              <a:cs typeface="Arial"/>
            </a:endParaRPr>
          </a:p>
          <a:p>
            <a:pPr marL="556895" lvl="1" indent="-213995"/>
            <a:r>
              <a:rPr lang="en-US" altLang="fi-FI" dirty="0"/>
              <a:t>Extraction of </a:t>
            </a:r>
            <a:r>
              <a:rPr lang="en-US" altLang="fi-FI" dirty="0" err="1"/>
              <a:t>parasitics</a:t>
            </a:r>
            <a:r>
              <a:rPr lang="en-US" altLang="fi-FI" dirty="0"/>
              <a:t> emerging from </a:t>
            </a:r>
            <a:r>
              <a:rPr lang="en-US" dirty="0"/>
              <a:t>actual physical geometry of designed structures</a:t>
            </a:r>
            <a:endParaRPr lang="en-US" altLang="fi-FI" dirty="0">
              <a:cs typeface="Arial"/>
            </a:endParaRPr>
          </a:p>
          <a:p>
            <a:pPr marL="556895" lvl="1" indent="-213995"/>
            <a:r>
              <a:rPr lang="en-US" dirty="0">
                <a:cs typeface="Arial"/>
              </a:rPr>
              <a:t>Electrical model of PCB based on </a:t>
            </a:r>
            <a:r>
              <a:rPr lang="en-US" dirty="0" err="1">
                <a:cs typeface="Arial"/>
              </a:rPr>
              <a:t>paracitics</a:t>
            </a:r>
            <a:endParaRPr lang="en-US" dirty="0"/>
          </a:p>
          <a:p>
            <a:pPr marL="556895" lvl="1" indent="-213995"/>
            <a:r>
              <a:rPr lang="en-US" altLang="fi-FI" dirty="0"/>
              <a:t>Analysis of PCB</a:t>
            </a:r>
            <a:endParaRPr lang="en-US" altLang="fi-FI" dirty="0">
              <a:cs typeface="Arial"/>
            </a:endParaRPr>
          </a:p>
          <a:p>
            <a:pPr lvl="2"/>
            <a:r>
              <a:rPr lang="en-US" altLang="fi-FI" dirty="0"/>
              <a:t>Signal and power integrity</a:t>
            </a:r>
          </a:p>
          <a:p>
            <a:pPr lvl="2"/>
            <a:r>
              <a:rPr lang="en-US" altLang="fi-FI" dirty="0"/>
              <a:t>EMC/ EMI</a:t>
            </a:r>
          </a:p>
          <a:p>
            <a:pPr lvl="2"/>
            <a:r>
              <a:rPr lang="en-US" altLang="fi-FI" dirty="0"/>
              <a:t>Thermal performance etc.</a:t>
            </a:r>
          </a:p>
          <a:p>
            <a:r>
              <a:rPr lang="en-US" altLang="fi-FI" dirty="0"/>
              <a:t>On this course instead</a:t>
            </a:r>
          </a:p>
          <a:p>
            <a:pPr marL="556895" lvl="1" indent="-213995"/>
            <a:r>
              <a:rPr lang="en-US" altLang="fi-FI" dirty="0"/>
              <a:t>Relatively simple and well-behaved circuits and systems</a:t>
            </a:r>
            <a:endParaRPr lang="en-US" altLang="fi-FI" dirty="0">
              <a:cs typeface="Arial"/>
            </a:endParaRPr>
          </a:p>
          <a:p>
            <a:pPr marL="556895" lvl="1" indent="-213995"/>
            <a:r>
              <a:rPr lang="en-US" altLang="fi-FI" dirty="0">
                <a:cs typeface="Arial"/>
              </a:rPr>
              <a:t>No post-layout tools in </a:t>
            </a:r>
            <a:r>
              <a:rPr lang="en-US" altLang="fi-FI" dirty="0" err="1">
                <a:cs typeface="Arial"/>
              </a:rPr>
              <a:t>KiCad</a:t>
            </a:r>
            <a:r>
              <a:rPr lang="en-US" altLang="fi-FI" dirty="0">
                <a:cs typeface="Arial"/>
              </a:rPr>
              <a:t> (to my knowledge)</a:t>
            </a:r>
            <a:endParaRPr lang="en-US" altLang="fi-FI" dirty="0"/>
          </a:p>
          <a:p>
            <a:pPr marL="556895" lvl="1" indent="-213995"/>
            <a:r>
              <a:rPr lang="en-US" altLang="fi-FI" dirty="0"/>
              <a:t>Aiming to increase awareness, knowledge and understanding of good layout practices</a:t>
            </a:r>
            <a:endParaRPr lang="en-US" altLang="fi-FI" dirty="0">
              <a:cs typeface="Arial"/>
            </a:endParaRPr>
          </a:p>
          <a:p>
            <a:pPr marL="556895" lvl="1" indent="-213995"/>
            <a:r>
              <a:rPr lang="en-US" altLang="fi-FI" dirty="0"/>
              <a:t>Practices applied to viable extend</a:t>
            </a:r>
            <a:endParaRPr lang="en-US" altLang="fi-FI" dirty="0">
              <a:cs typeface="Arial"/>
            </a:endParaRPr>
          </a:p>
        </p:txBody>
      </p:sp>
    </p:spTree>
    <p:extLst>
      <p:ext uri="{BB962C8B-B14F-4D97-AF65-F5344CB8AC3E}">
        <p14:creationId xmlns:p14="http://schemas.microsoft.com/office/powerpoint/2010/main" val="38186787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59F7-1C79-A0D6-9151-9BB528B8B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FB5D7-2C6F-0234-9277-4258D65F1356}"/>
              </a:ext>
            </a:extLst>
          </p:cNvPr>
          <p:cNvSpPr>
            <a:spLocks noGrp="1"/>
          </p:cNvSpPr>
          <p:nvPr>
            <p:ph type="title"/>
          </p:nvPr>
        </p:nvSpPr>
        <p:spPr/>
        <p:txBody>
          <a:bodyPr/>
          <a:lstStyle/>
          <a:p>
            <a:r>
              <a:rPr lang="fi-FI" dirty="0"/>
              <a:t>A </a:t>
            </a:r>
            <a:r>
              <a:rPr lang="fi-FI" dirty="0" err="1"/>
              <a:t>good</a:t>
            </a:r>
            <a:r>
              <a:rPr lang="fi-FI" dirty="0"/>
              <a:t> layout design</a:t>
            </a:r>
          </a:p>
        </p:txBody>
      </p:sp>
      <p:sp>
        <p:nvSpPr>
          <p:cNvPr id="3" name="Content Placeholder 2">
            <a:extLst>
              <a:ext uri="{FF2B5EF4-FFF2-40B4-BE49-F238E27FC236}">
                <a16:creationId xmlns:a16="http://schemas.microsoft.com/office/drawing/2014/main" id="{15F85389-CBBB-E076-B07F-BD83441492F5}"/>
              </a:ext>
            </a:extLst>
          </p:cNvPr>
          <p:cNvSpPr>
            <a:spLocks noGrp="1"/>
          </p:cNvSpPr>
          <p:nvPr>
            <p:ph idx="1"/>
          </p:nvPr>
        </p:nvSpPr>
        <p:spPr>
          <a:xfrm>
            <a:off x="457200" y="1333501"/>
            <a:ext cx="8507288" cy="3771636"/>
          </a:xfrm>
        </p:spPr>
        <p:txBody>
          <a:bodyPr/>
          <a:lstStyle/>
          <a:p>
            <a:pPr>
              <a:buFont typeface="+mj-lt"/>
              <a:buChar char="•"/>
            </a:pPr>
            <a:r>
              <a:rPr lang="en-US" altLang="fi-FI" dirty="0"/>
              <a:t>Purpose of PCB layout design</a:t>
            </a:r>
            <a:endParaRPr lang="en-US" dirty="0"/>
          </a:p>
          <a:p>
            <a:pPr marL="556895" lvl="1" indent="-213995"/>
            <a:r>
              <a:rPr lang="en-US" altLang="fi-FI" dirty="0"/>
              <a:t>Enable a functioning systems with sufficient performance (PCB as an electrical component)</a:t>
            </a:r>
            <a:endParaRPr lang="en-US" altLang="fi-FI" dirty="0">
              <a:cs typeface="Arial"/>
            </a:endParaRPr>
          </a:p>
          <a:p>
            <a:pPr marL="556895" lvl="1" indent="-213995"/>
            <a:r>
              <a:rPr lang="en-US" altLang="fi-FI" dirty="0"/>
              <a:t>Manufacturable systems</a:t>
            </a:r>
          </a:p>
          <a:p>
            <a:pPr marL="556895" lvl="1" indent="-213995"/>
            <a:r>
              <a:rPr lang="en-US" altLang="fi-FI" dirty="0" err="1">
                <a:cs typeface="Arial"/>
              </a:rPr>
              <a:t>Realiable</a:t>
            </a:r>
            <a:r>
              <a:rPr lang="en-US" altLang="fi-FI" dirty="0">
                <a:cs typeface="Arial"/>
              </a:rPr>
              <a:t> systems</a:t>
            </a:r>
          </a:p>
          <a:p>
            <a:pPr marL="856932" lvl="2" indent="-213995"/>
            <a:r>
              <a:rPr lang="en-US" altLang="fi-FI" dirty="0">
                <a:cs typeface="Arial"/>
              </a:rPr>
              <a:t>Electrical reliability</a:t>
            </a:r>
          </a:p>
          <a:p>
            <a:pPr marL="856932" lvl="2" indent="-213995"/>
            <a:r>
              <a:rPr lang="en-US" altLang="fi-FI" dirty="0"/>
              <a:t>Temperature management etc.</a:t>
            </a:r>
            <a:endParaRPr lang="en-US" altLang="fi-FI" dirty="0">
              <a:cs typeface="Arial"/>
            </a:endParaRPr>
          </a:p>
          <a:p>
            <a:pPr>
              <a:buFont typeface="Arial"/>
              <a:buChar char="•"/>
            </a:pPr>
            <a:r>
              <a:rPr lang="en-US" altLang="fi-FI" dirty="0"/>
              <a:t>Potential conflict between the above</a:t>
            </a:r>
          </a:p>
          <a:p>
            <a:pPr lvl="1">
              <a:buFont typeface="Arial"/>
              <a:buChar char="•"/>
            </a:pPr>
            <a:r>
              <a:rPr lang="en-US" altLang="fi-FI" dirty="0"/>
              <a:t>PCB layout design is a compromise</a:t>
            </a:r>
            <a:endParaRPr lang="en-US" altLang="fi-FI" dirty="0">
              <a:cs typeface="Arial"/>
            </a:endParaRPr>
          </a:p>
          <a:p>
            <a:pPr>
              <a:buFont typeface="+mj-lt"/>
              <a:buChar char="•"/>
            </a:pPr>
            <a:endParaRPr lang="en-US" altLang="fi-FI" dirty="0"/>
          </a:p>
          <a:p>
            <a:pPr marL="342900" indent="-342900">
              <a:buFont typeface="+mj-lt"/>
              <a:buChar char="•"/>
            </a:pPr>
            <a:r>
              <a:rPr lang="en-US" altLang="fi-FI" dirty="0"/>
              <a:t>Main variables in layout design</a:t>
            </a:r>
            <a:endParaRPr lang="en-US" altLang="fi-FI" dirty="0">
              <a:cs typeface="Arial"/>
            </a:endParaRPr>
          </a:p>
          <a:p>
            <a:pPr marL="556895" lvl="1" indent="-213995"/>
            <a:r>
              <a:rPr lang="en-US" altLang="fi-FI" dirty="0"/>
              <a:t>Component placement (routing, signal integrity, thermal performance)</a:t>
            </a:r>
            <a:endParaRPr lang="en-US" altLang="fi-FI" dirty="0">
              <a:cs typeface="Arial"/>
            </a:endParaRPr>
          </a:p>
          <a:p>
            <a:pPr marL="556895" lvl="1" indent="-213995"/>
            <a:r>
              <a:rPr lang="en-US" altLang="fi-FI" dirty="0"/>
              <a:t>Trace routing (power supply stability, signal integrity)</a:t>
            </a:r>
            <a:endParaRPr lang="en-US" altLang="fi-FI" dirty="0">
              <a:cs typeface="Arial"/>
            </a:endParaRPr>
          </a:p>
          <a:p>
            <a:pPr marL="556895" lvl="1" indent="-213995"/>
            <a:r>
              <a:rPr lang="en-US" altLang="fi-FI" dirty="0"/>
              <a:t>Copper planes (power supply stability, signal integrity, thermal performance)</a:t>
            </a:r>
            <a:endParaRPr lang="en-US" altLang="fi-FI" dirty="0">
              <a:cs typeface="Arial"/>
            </a:endParaRPr>
          </a:p>
        </p:txBody>
      </p:sp>
    </p:spTree>
    <p:extLst>
      <p:ext uri="{BB962C8B-B14F-4D97-AF65-F5344CB8AC3E}">
        <p14:creationId xmlns:p14="http://schemas.microsoft.com/office/powerpoint/2010/main" val="3058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491728"/>
            <a:ext cx="6172200" cy="475562"/>
          </a:xfrm>
        </p:spPr>
        <p:txBody>
          <a:bodyPr/>
          <a:lstStyle/>
          <a:p>
            <a:r>
              <a:rPr lang="en-US" dirty="0"/>
              <a:t>PCB design rules, confines to design</a:t>
            </a:r>
          </a:p>
        </p:txBody>
      </p:sp>
      <p:sp>
        <p:nvSpPr>
          <p:cNvPr id="3" name="Content Placeholder 2"/>
          <p:cNvSpPr>
            <a:spLocks noGrp="1"/>
          </p:cNvSpPr>
          <p:nvPr>
            <p:ph idx="1"/>
          </p:nvPr>
        </p:nvSpPr>
        <p:spPr>
          <a:xfrm>
            <a:off x="1485900" y="1075302"/>
            <a:ext cx="6172200" cy="3996444"/>
          </a:xfrm>
        </p:spPr>
        <p:txBody>
          <a:bodyPr/>
          <a:lstStyle/>
          <a:p>
            <a:r>
              <a:rPr lang="en-US" dirty="0"/>
              <a:t>Geometric constraints on design</a:t>
            </a:r>
          </a:p>
          <a:p>
            <a:pPr lvl="1"/>
            <a:r>
              <a:rPr lang="en-US" dirty="0"/>
              <a:t>Minimum values: track width, clearance, via diameter etc.</a:t>
            </a:r>
          </a:p>
          <a:p>
            <a:r>
              <a:rPr lang="en-US" dirty="0"/>
              <a:t>Absolute limits are set by PCB fabricator’s physical fabrication limits</a:t>
            </a:r>
          </a:p>
          <a:p>
            <a:r>
              <a:rPr lang="en-US" dirty="0"/>
              <a:t>Global Design Rules, generally you should use</a:t>
            </a:r>
          </a:p>
          <a:p>
            <a:pPr lvl="1"/>
            <a:r>
              <a:rPr lang="en-US" dirty="0"/>
              <a:t>Minimum track width: 0.25 mm, minimum clearance: 0.2 mm</a:t>
            </a:r>
          </a:p>
          <a:p>
            <a:pPr lvl="1"/>
            <a:r>
              <a:rPr lang="en-US" dirty="0"/>
              <a:t>Minimum via drill diameter: 0.5 mm</a:t>
            </a:r>
          </a:p>
          <a:p>
            <a:pPr lvl="1"/>
            <a:r>
              <a:rPr lang="en-US" dirty="0"/>
              <a:t>Minimum via/ through hole pad diameter: 1.5 * hole diameter</a:t>
            </a:r>
          </a:p>
          <a:p>
            <a:pPr lvl="1"/>
            <a:r>
              <a:rPr lang="en-US" dirty="0"/>
              <a:t>More detailed design rule/ PCB related suggestions will be put available on the Moodle page</a:t>
            </a:r>
          </a:p>
          <a:p>
            <a:r>
              <a:rPr lang="en-US" dirty="0" err="1"/>
              <a:t>Netwise</a:t>
            </a:r>
            <a:r>
              <a:rPr lang="en-US" dirty="0"/>
              <a:t> design rules, if needed</a:t>
            </a:r>
          </a:p>
          <a:p>
            <a:pPr lvl="1"/>
            <a:r>
              <a:rPr lang="en-US" dirty="0"/>
              <a:t>Larger tracks for high current nets</a:t>
            </a:r>
          </a:p>
          <a:p>
            <a:pPr lvl="1"/>
            <a:r>
              <a:rPr lang="en-US" dirty="0"/>
              <a:t>Larger clearances for sensitive, high voltage nets etc.</a:t>
            </a:r>
          </a:p>
          <a:p>
            <a:pPr lvl="1"/>
            <a:r>
              <a:rPr lang="en-US" dirty="0"/>
              <a:t>Trace width depends on signal (I2C, SPI, UART)</a:t>
            </a:r>
          </a:p>
          <a:p>
            <a:pPr lvl="1"/>
            <a:r>
              <a:rPr lang="en-US" dirty="0"/>
              <a:t>Trace width calculator tools (</a:t>
            </a:r>
            <a:r>
              <a:rPr lang="en-US" dirty="0" err="1"/>
              <a:t>KiCad</a:t>
            </a:r>
            <a:r>
              <a:rPr lang="en-US" dirty="0"/>
              <a:t>, online calculators)</a:t>
            </a:r>
          </a:p>
          <a:p>
            <a:pPr lvl="1"/>
            <a:endParaRPr lang="en-US" dirty="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DF7B3-BF81-50A8-3F69-70BFE2003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BD736-6792-76B9-AF1B-18CF98F253C1}"/>
              </a:ext>
            </a:extLst>
          </p:cNvPr>
          <p:cNvSpPr>
            <a:spLocks noGrp="1"/>
          </p:cNvSpPr>
          <p:nvPr>
            <p:ph type="title"/>
          </p:nvPr>
        </p:nvSpPr>
        <p:spPr>
          <a:xfrm>
            <a:off x="1498429" y="427231"/>
            <a:ext cx="6264696" cy="438976"/>
          </a:xfrm>
        </p:spPr>
        <p:txBody>
          <a:bodyPr/>
          <a:lstStyle/>
          <a:p>
            <a:r>
              <a:rPr lang="en-US" altLang="fi-FI" dirty="0"/>
              <a:t>Design Rules Check (DRC) and note keeping</a:t>
            </a:r>
            <a:endParaRPr lang="en-US" dirty="0"/>
          </a:p>
        </p:txBody>
      </p:sp>
      <p:sp>
        <p:nvSpPr>
          <p:cNvPr id="3" name="Content Placeholder 2">
            <a:extLst>
              <a:ext uri="{FF2B5EF4-FFF2-40B4-BE49-F238E27FC236}">
                <a16:creationId xmlns:a16="http://schemas.microsoft.com/office/drawing/2014/main" id="{13E2C349-4CEE-0315-95AE-B2EE31ABE94F}"/>
              </a:ext>
            </a:extLst>
          </p:cNvPr>
          <p:cNvSpPr>
            <a:spLocks noGrp="1"/>
          </p:cNvSpPr>
          <p:nvPr>
            <p:ph idx="1"/>
          </p:nvPr>
        </p:nvSpPr>
        <p:spPr>
          <a:xfrm>
            <a:off x="1493658" y="1139678"/>
            <a:ext cx="6118194" cy="4266474"/>
          </a:xfrm>
        </p:spPr>
        <p:txBody>
          <a:bodyPr/>
          <a:lstStyle/>
          <a:p>
            <a:r>
              <a:rPr lang="en-US" dirty="0"/>
              <a:t>What is DRC</a:t>
            </a:r>
          </a:p>
          <a:p>
            <a:pPr lvl="1"/>
            <a:r>
              <a:rPr lang="en-US" dirty="0"/>
              <a:t>Layout design vs. fabrication constraints (i.e. design rules)</a:t>
            </a:r>
          </a:p>
          <a:p>
            <a:pPr lvl="1"/>
            <a:r>
              <a:rPr lang="en-US" dirty="0"/>
              <a:t>Checking critical parameters (min. trace widths, clearances, hole sizes etc.)</a:t>
            </a:r>
          </a:p>
          <a:p>
            <a:pPr lvl="1"/>
            <a:r>
              <a:rPr lang="en-US" dirty="0"/>
              <a:t>Electrical rules (unrouted nets, short circuits etc.)</a:t>
            </a:r>
          </a:p>
          <a:p>
            <a:r>
              <a:rPr lang="en-US" dirty="0"/>
              <a:t>Run DRC often</a:t>
            </a:r>
          </a:p>
          <a:p>
            <a:pPr lvl="1"/>
            <a:r>
              <a:rPr lang="en-US" dirty="0"/>
              <a:t>Personal learning</a:t>
            </a:r>
          </a:p>
          <a:p>
            <a:pPr lvl="1"/>
            <a:r>
              <a:rPr lang="en-US" dirty="0"/>
              <a:t>To avoid extensive and laborious changes at later phases</a:t>
            </a:r>
          </a:p>
          <a:p>
            <a:pPr lvl="1"/>
            <a:endParaRPr lang="en-US" dirty="0"/>
          </a:p>
          <a:p>
            <a:r>
              <a:rPr lang="en-US" dirty="0"/>
              <a:t>Keep notes during layout design</a:t>
            </a:r>
          </a:p>
          <a:p>
            <a:pPr lvl="1"/>
            <a:r>
              <a:rPr lang="en-US" dirty="0"/>
              <a:t>Traceability of design (steps, phases, details)</a:t>
            </a:r>
          </a:p>
          <a:p>
            <a:pPr lvl="2"/>
            <a:r>
              <a:rPr lang="en-US" dirty="0"/>
              <a:t>What has been done, why and when?</a:t>
            </a:r>
          </a:p>
          <a:p>
            <a:pPr lvl="2"/>
            <a:r>
              <a:rPr lang="en-US" dirty="0"/>
              <a:t>What has been changed, why and when?</a:t>
            </a:r>
          </a:p>
          <a:p>
            <a:pPr lvl="1"/>
            <a:r>
              <a:rPr lang="en-US" dirty="0"/>
              <a:t>Personal learning (what has worked, what has not)</a:t>
            </a:r>
          </a:p>
          <a:p>
            <a:pPr lvl="1"/>
            <a:r>
              <a:rPr lang="en-US" dirty="0"/>
              <a:t>Knowledge transfer</a:t>
            </a:r>
          </a:p>
        </p:txBody>
      </p:sp>
    </p:spTree>
    <p:extLst>
      <p:ext uri="{BB962C8B-B14F-4D97-AF65-F5344CB8AC3E}">
        <p14:creationId xmlns:p14="http://schemas.microsoft.com/office/powerpoint/2010/main" val="25230228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658" y="535242"/>
            <a:ext cx="6172200" cy="357504"/>
          </a:xfrm>
        </p:spPr>
        <p:txBody>
          <a:bodyPr/>
          <a:lstStyle/>
          <a:p>
            <a:r>
              <a:rPr lang="en-US" dirty="0"/>
              <a:t>PCB Layout tips, board</a:t>
            </a:r>
          </a:p>
        </p:txBody>
      </p:sp>
      <p:sp>
        <p:nvSpPr>
          <p:cNvPr id="3" name="Content Placeholder 2"/>
          <p:cNvSpPr>
            <a:spLocks noGrp="1"/>
          </p:cNvSpPr>
          <p:nvPr>
            <p:ph idx="1"/>
          </p:nvPr>
        </p:nvSpPr>
        <p:spPr>
          <a:xfrm>
            <a:off x="1493658" y="1021296"/>
            <a:ext cx="6372708" cy="4266474"/>
          </a:xfrm>
        </p:spPr>
        <p:txBody>
          <a:bodyPr/>
          <a:lstStyle/>
          <a:p>
            <a:r>
              <a:rPr lang="en-US" dirty="0"/>
              <a:t>Board outline</a:t>
            </a:r>
          </a:p>
          <a:p>
            <a:pPr marL="556895" lvl="1" indent="-213995"/>
            <a:r>
              <a:rPr lang="en-US" dirty="0"/>
              <a:t>Try to keep the PCB dimensions small =&gt; lower costs, portable application, electrical performance</a:t>
            </a:r>
            <a:endParaRPr lang="en-US" dirty="0">
              <a:cs typeface="Arial"/>
            </a:endParaRPr>
          </a:p>
          <a:p>
            <a:pPr marL="556895" lvl="1" indent="-213995"/>
            <a:r>
              <a:rPr lang="en-US" dirty="0"/>
              <a:t>If specific size for the PCB is needed, draw the PCB outlines first</a:t>
            </a:r>
            <a:endParaRPr lang="en-US" dirty="0">
              <a:cs typeface="Arial"/>
            </a:endParaRPr>
          </a:p>
          <a:p>
            <a:pPr marL="556895" lvl="1" indent="-213995"/>
            <a:r>
              <a:rPr lang="en-US" dirty="0"/>
              <a:t>Choose edge cuts -&gt; draw graphics with 0.01 mm or less width</a:t>
            </a:r>
            <a:endParaRPr lang="en-US" dirty="0">
              <a:cs typeface="Arial"/>
            </a:endParaRPr>
          </a:p>
          <a:p>
            <a:pPr marL="556895" lvl="1" indent="-213995"/>
            <a:endParaRPr lang="en-US" dirty="0">
              <a:cs typeface="Arial"/>
            </a:endParaRPr>
          </a:p>
          <a:p>
            <a:r>
              <a:rPr lang="en-US" dirty="0"/>
              <a:t>Preferably use </a:t>
            </a:r>
            <a:r>
              <a:rPr lang="en-US"/>
              <a:t>2-layer</a:t>
            </a:r>
            <a:r>
              <a:rPr lang="en-US" dirty="0"/>
              <a:t> board design (TOP and BOT copper layers).</a:t>
            </a:r>
            <a:endParaRPr lang="en-US" dirty="0">
              <a:cs typeface="Arial"/>
            </a:endParaRPr>
          </a:p>
          <a:p>
            <a:pPr marL="342900" lvl="1" indent="0">
              <a:buNone/>
            </a:pPr>
            <a:endParaRPr lang="en-US" dirty="0"/>
          </a:p>
          <a:p>
            <a:r>
              <a:rPr lang="en-US" dirty="0"/>
              <a:t>Divide board layout to logical regions/ functional segments</a:t>
            </a:r>
          </a:p>
          <a:p>
            <a:pPr marL="556895" lvl="1" indent="-213995"/>
            <a:r>
              <a:rPr lang="en-US" dirty="0"/>
              <a:t>Power supply (high voltage/ high current regions)</a:t>
            </a:r>
            <a:endParaRPr lang="en-US" dirty="0">
              <a:cs typeface="Arial"/>
            </a:endParaRPr>
          </a:p>
          <a:p>
            <a:pPr marL="556895" lvl="1" indent="-213995"/>
            <a:r>
              <a:rPr lang="en-US" dirty="0"/>
              <a:t>Analog circuits (sensors, LNAs, AD/ DA converters etc.)</a:t>
            </a:r>
            <a:endParaRPr lang="en-US" dirty="0">
              <a:cs typeface="Arial"/>
            </a:endParaRPr>
          </a:p>
          <a:p>
            <a:pPr lvl="2"/>
            <a:r>
              <a:rPr lang="en-US" dirty="0"/>
              <a:t>sensitive to switching noise</a:t>
            </a:r>
          </a:p>
          <a:p>
            <a:pPr marL="556895" lvl="1" indent="-213995"/>
            <a:r>
              <a:rPr lang="en-US" dirty="0"/>
              <a:t>Digital circuits (clock signals, CPUs, data buses etc.)</a:t>
            </a:r>
            <a:endParaRPr lang="en-US" dirty="0">
              <a:cs typeface="Arial"/>
            </a:endParaRPr>
          </a:p>
          <a:p>
            <a:pPr lvl="2"/>
            <a:r>
              <a:rPr lang="en-US" dirty="0"/>
              <a:t>Noisy</a:t>
            </a:r>
          </a:p>
          <a:p>
            <a:pPr marL="556895" lvl="1" indent="-213995"/>
            <a:r>
              <a:rPr lang="en-US" dirty="0"/>
              <a:t>Communication/ RF circuits</a:t>
            </a:r>
            <a:endParaRPr lang="en-US" dirty="0">
              <a:cs typeface="Arial"/>
            </a:endParaRPr>
          </a:p>
          <a:p>
            <a:pPr marL="556895" lvl="1" indent="-213995"/>
            <a:r>
              <a:rPr lang="en-US" dirty="0"/>
              <a:t>Connectors</a:t>
            </a:r>
            <a:endParaRPr lang="en-US" dirty="0">
              <a:cs typeface="Arial"/>
            </a:endParaRPr>
          </a:p>
          <a:p>
            <a:endParaRPr lang="en-US" dirty="0"/>
          </a:p>
          <a:p>
            <a:endParaRPr lang="en-US" dirty="0"/>
          </a:p>
          <a:p>
            <a:pPr marL="0" indent="0">
              <a:buNone/>
            </a:pPr>
            <a:endParaRPr lang="en-US" dirty="0"/>
          </a:p>
          <a:p>
            <a:endParaRPr lang="en-US" dirty="0"/>
          </a:p>
          <a:p>
            <a:endParaRPr lang="en-US" dirty="0"/>
          </a:p>
          <a:p>
            <a:endParaRPr lang="en-US" dirty="0"/>
          </a:p>
          <a:p>
            <a:pPr marL="0" indent="0">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0ED3C-757E-32A4-DE31-27E72AE9B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470AA-B015-9D4B-11E7-74A8B6514B9F}"/>
              </a:ext>
            </a:extLst>
          </p:cNvPr>
          <p:cNvSpPr>
            <a:spLocks noGrp="1"/>
          </p:cNvSpPr>
          <p:nvPr>
            <p:ph type="title"/>
          </p:nvPr>
        </p:nvSpPr>
        <p:spPr>
          <a:xfrm>
            <a:off x="1493658" y="535242"/>
            <a:ext cx="6172200" cy="357504"/>
          </a:xfrm>
        </p:spPr>
        <p:txBody>
          <a:bodyPr/>
          <a:lstStyle/>
          <a:p>
            <a:r>
              <a:rPr lang="en-US" dirty="0"/>
              <a:t>PCB Layout tips, components</a:t>
            </a:r>
          </a:p>
        </p:txBody>
      </p:sp>
      <p:sp>
        <p:nvSpPr>
          <p:cNvPr id="3" name="Content Placeholder 2">
            <a:extLst>
              <a:ext uri="{FF2B5EF4-FFF2-40B4-BE49-F238E27FC236}">
                <a16:creationId xmlns:a16="http://schemas.microsoft.com/office/drawing/2014/main" id="{D2E35722-EFA3-ABE2-8C3F-66BFB3D9CC4B}"/>
              </a:ext>
            </a:extLst>
          </p:cNvPr>
          <p:cNvSpPr>
            <a:spLocks noGrp="1"/>
          </p:cNvSpPr>
          <p:nvPr>
            <p:ph idx="1"/>
          </p:nvPr>
        </p:nvSpPr>
        <p:spPr>
          <a:xfrm>
            <a:off x="1493658" y="1021296"/>
            <a:ext cx="6372708" cy="4266474"/>
          </a:xfrm>
        </p:spPr>
        <p:txBody>
          <a:bodyPr/>
          <a:lstStyle/>
          <a:p>
            <a:r>
              <a:rPr lang="en-US" dirty="0"/>
              <a:t>Place site critical components first</a:t>
            </a:r>
          </a:p>
          <a:p>
            <a:pPr marL="556895" lvl="1" indent="-213995"/>
            <a:r>
              <a:rPr lang="en-US" dirty="0"/>
              <a:t>Sensors (unobstructed sensing)</a:t>
            </a:r>
            <a:endParaRPr lang="en-US" dirty="0">
              <a:cs typeface="Arial"/>
            </a:endParaRPr>
          </a:p>
          <a:p>
            <a:pPr marL="556895" lvl="1" indent="-213995"/>
            <a:r>
              <a:rPr lang="en-US" dirty="0"/>
              <a:t>Connectors (cable access)</a:t>
            </a:r>
            <a:endParaRPr lang="en-US" dirty="0">
              <a:cs typeface="Arial"/>
            </a:endParaRPr>
          </a:p>
          <a:p>
            <a:pPr marL="556895" lvl="1" indent="-213995"/>
            <a:r>
              <a:rPr lang="en-US" dirty="0"/>
              <a:t>Display (visible)</a:t>
            </a:r>
            <a:endParaRPr lang="en-US" dirty="0">
              <a:cs typeface="Arial"/>
            </a:endParaRPr>
          </a:p>
          <a:p>
            <a:pPr marL="556895" lvl="1" indent="-213995"/>
            <a:r>
              <a:rPr lang="en-US" dirty="0"/>
              <a:t>Buttons, SD card housing (accessible)</a:t>
            </a:r>
            <a:endParaRPr lang="en-US" dirty="0">
              <a:cs typeface="Arial"/>
            </a:endParaRPr>
          </a:p>
          <a:p>
            <a:pPr marL="556895" lvl="1" indent="-213995"/>
            <a:endParaRPr lang="en-US" dirty="0"/>
          </a:p>
          <a:p>
            <a:r>
              <a:rPr lang="en-US" dirty="0"/>
              <a:t>You may select SMD (Surface Mount Device) and through-hole (TH) components</a:t>
            </a:r>
            <a:endParaRPr lang="en-US" dirty="0">
              <a:cs typeface="Arial"/>
            </a:endParaRPr>
          </a:p>
          <a:p>
            <a:pPr marL="556895" lvl="1" indent="-213995"/>
            <a:r>
              <a:rPr lang="en-US" dirty="0"/>
              <a:t>Enables viable assembly, modifying, repairing</a:t>
            </a:r>
            <a:endParaRPr lang="en-US" dirty="0">
              <a:cs typeface="Arial"/>
            </a:endParaRPr>
          </a:p>
          <a:p>
            <a:pPr marL="556895" lvl="1" indent="-213995"/>
            <a:r>
              <a:rPr lang="en-US" dirty="0"/>
              <a:t>Only use package sizes you can work with</a:t>
            </a:r>
            <a:endParaRPr lang="en-US" dirty="0">
              <a:cs typeface="Arial"/>
            </a:endParaRPr>
          </a:p>
          <a:p>
            <a:pPr marL="556895" lvl="1" indent="-213995"/>
            <a:r>
              <a:rPr lang="en-US" dirty="0"/>
              <a:t>SMD package size 0806, or larger, is recommend for passive components (resistors, capacitors) </a:t>
            </a:r>
            <a:endParaRPr lang="en-US" dirty="0">
              <a:cs typeface="Arial"/>
            </a:endParaRPr>
          </a:p>
          <a:p>
            <a:pPr marL="342900" lvl="1" indent="0">
              <a:buNone/>
            </a:pPr>
            <a:endParaRPr lang="en-US" dirty="0"/>
          </a:p>
          <a:p>
            <a:r>
              <a:rPr lang="en-US" dirty="0"/>
              <a:t>Be aware of mechanical collisions and masking of components</a:t>
            </a:r>
          </a:p>
          <a:p>
            <a:pPr marL="556895" lvl="1" indent="-213995"/>
            <a:r>
              <a:rPr lang="en-US" dirty="0"/>
              <a:t>Build a mechanical proto from carton etc. for spatial verification</a:t>
            </a:r>
            <a:endParaRPr lang="en-US" dirty="0">
              <a:cs typeface="Arial"/>
            </a:endParaRPr>
          </a:p>
          <a:p>
            <a:endParaRPr lang="en-US" dirty="0"/>
          </a:p>
          <a:p>
            <a:endParaRPr lang="en-US" dirty="0"/>
          </a:p>
          <a:p>
            <a:pPr marL="0" indent="0">
              <a:buNone/>
            </a:pPr>
            <a:endParaRPr lang="en-US" dirty="0"/>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783468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658" y="535242"/>
            <a:ext cx="6172200" cy="357504"/>
          </a:xfrm>
        </p:spPr>
        <p:txBody>
          <a:bodyPr/>
          <a:lstStyle/>
          <a:p>
            <a:r>
              <a:rPr lang="en-US" dirty="0"/>
              <a:t>PCB Layout tips, traces, cooling, test pads</a:t>
            </a:r>
          </a:p>
        </p:txBody>
      </p:sp>
      <p:sp>
        <p:nvSpPr>
          <p:cNvPr id="3" name="Content Placeholder 2"/>
          <p:cNvSpPr>
            <a:spLocks noGrp="1"/>
          </p:cNvSpPr>
          <p:nvPr>
            <p:ph idx="1"/>
          </p:nvPr>
        </p:nvSpPr>
        <p:spPr>
          <a:xfrm>
            <a:off x="1493658" y="1021296"/>
            <a:ext cx="6372708" cy="4266474"/>
          </a:xfrm>
        </p:spPr>
        <p:txBody>
          <a:bodyPr/>
          <a:lstStyle/>
          <a:p>
            <a:endParaRPr lang="en-US" dirty="0"/>
          </a:p>
          <a:p>
            <a:r>
              <a:rPr lang="en-US" dirty="0"/>
              <a:t>Use short and wide traces to avoid EMI</a:t>
            </a:r>
          </a:p>
          <a:p>
            <a:r>
              <a:rPr lang="en-US" dirty="0"/>
              <a:t>Orthogonal routing, i.e. top layer for vertical tracks and bottom layer for horizontal tracks, or vice versa</a:t>
            </a:r>
          </a:p>
          <a:p>
            <a:r>
              <a:rPr lang="en-US" dirty="0"/>
              <a:t>Route traces manually, do not use auto-route</a:t>
            </a:r>
          </a:p>
          <a:p>
            <a:pPr marL="556895" lvl="1" indent="-213995"/>
            <a:r>
              <a:rPr lang="en-US" dirty="0"/>
              <a:t>Clean routing can help during debugging</a:t>
            </a:r>
            <a:endParaRPr lang="en-US" dirty="0">
              <a:cs typeface="Arial"/>
            </a:endParaRPr>
          </a:p>
          <a:p>
            <a:pPr marL="556895" lvl="1" indent="-213995"/>
            <a:endParaRPr lang="en-US" dirty="0">
              <a:cs typeface="Arial"/>
            </a:endParaRPr>
          </a:p>
          <a:p>
            <a:r>
              <a:rPr lang="en-US" dirty="0"/>
              <a:t>Cooling </a:t>
            </a:r>
          </a:p>
          <a:p>
            <a:r>
              <a:rPr lang="en-US" dirty="0"/>
              <a:t>Take into account component power dissipation (P=UI)</a:t>
            </a:r>
            <a:endParaRPr lang="en-US" dirty="0">
              <a:cs typeface="Arial"/>
            </a:endParaRPr>
          </a:p>
          <a:p>
            <a:pPr marL="556895" lvl="1" indent="-213995"/>
            <a:r>
              <a:rPr lang="en-US" dirty="0"/>
              <a:t>Component datasheets (section on cooling)</a:t>
            </a:r>
          </a:p>
          <a:p>
            <a:pPr marL="856932" lvl="2" indent="-213995"/>
            <a:r>
              <a:rPr lang="en-US" dirty="0"/>
              <a:t>Layout instructions (copper areas)</a:t>
            </a:r>
            <a:endParaRPr lang="en-US" dirty="0">
              <a:cs typeface="Arial"/>
            </a:endParaRPr>
          </a:p>
          <a:p>
            <a:r>
              <a:rPr lang="en-US" dirty="0"/>
              <a:t>If heat sink is needed, leave enough room for it (linear regulator)</a:t>
            </a:r>
          </a:p>
          <a:p>
            <a:endParaRPr lang="en-US" dirty="0"/>
          </a:p>
          <a:p>
            <a:r>
              <a:rPr lang="en-US" dirty="0"/>
              <a:t>Add test pads/ “pins” for important and difficult to reach nets</a:t>
            </a:r>
          </a:p>
          <a:p>
            <a:pPr lvl="1"/>
            <a:r>
              <a:rPr lang="en-US" dirty="0"/>
              <a:t>Ensure easy access to test pads/ pins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210071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8429" y="427231"/>
            <a:ext cx="6264696" cy="438976"/>
          </a:xfrm>
        </p:spPr>
        <p:txBody>
          <a:bodyPr/>
          <a:lstStyle/>
          <a:p>
            <a:r>
              <a:rPr lang="en-US" dirty="0"/>
              <a:t>PCB Layout tips, vias, bypassing, ground planes</a:t>
            </a:r>
          </a:p>
        </p:txBody>
      </p:sp>
      <p:sp>
        <p:nvSpPr>
          <p:cNvPr id="3" name="Content Placeholder 2"/>
          <p:cNvSpPr>
            <a:spLocks noGrp="1"/>
          </p:cNvSpPr>
          <p:nvPr>
            <p:ph idx="1"/>
          </p:nvPr>
        </p:nvSpPr>
        <p:spPr>
          <a:xfrm>
            <a:off x="1501159" y="967291"/>
            <a:ext cx="7130860" cy="4266474"/>
          </a:xfrm>
        </p:spPr>
        <p:txBody>
          <a:bodyPr/>
          <a:lstStyle/>
          <a:p>
            <a:r>
              <a:rPr lang="en-US" dirty="0"/>
              <a:t>Avoid vias</a:t>
            </a:r>
          </a:p>
          <a:p>
            <a:pPr marL="556895" lvl="1" indent="-213995"/>
            <a:r>
              <a:rPr lang="en-US" dirty="0"/>
              <a:t>Vias are common points of failure</a:t>
            </a:r>
            <a:endParaRPr lang="en-US" dirty="0">
              <a:cs typeface="Arial"/>
            </a:endParaRPr>
          </a:p>
          <a:p>
            <a:pPr marL="556895" lvl="1" indent="-213995"/>
            <a:r>
              <a:rPr lang="en-US" dirty="0"/>
              <a:t>Avoid vias on signal traces/ fast nets</a:t>
            </a:r>
            <a:endParaRPr lang="en-US" dirty="0">
              <a:cs typeface="Arial"/>
            </a:endParaRPr>
          </a:p>
          <a:p>
            <a:pPr lvl="2"/>
            <a:r>
              <a:rPr lang="en-US" dirty="0"/>
              <a:t>Risk through hole related self-resonance disturbances to high frequency signals</a:t>
            </a:r>
          </a:p>
          <a:p>
            <a:r>
              <a:rPr lang="en-US" dirty="0"/>
              <a:t>Avoid placing vias in SMD pads (solder paste fleeing)</a:t>
            </a:r>
          </a:p>
          <a:p>
            <a:r>
              <a:rPr lang="en-US" dirty="0"/>
              <a:t>Avoid placing vias under component packages and leads (“legs”)</a:t>
            </a:r>
          </a:p>
          <a:p>
            <a:endParaRPr lang="en-US" dirty="0"/>
          </a:p>
          <a:p>
            <a:r>
              <a:rPr lang="en-US" dirty="0"/>
              <a:t>Place bypass capacitors as close as possible to IC power pins</a:t>
            </a:r>
          </a:p>
          <a:p>
            <a:endParaRPr lang="en-US" dirty="0"/>
          </a:p>
          <a:p>
            <a:r>
              <a:rPr lang="en-US" dirty="0"/>
              <a:t>Avoid ground loops (i.e. multiple return paths creating conductive loops)</a:t>
            </a:r>
          </a:p>
          <a:p>
            <a:pPr marL="556895" lvl="1" indent="-213995"/>
            <a:r>
              <a:rPr lang="en-US" dirty="0"/>
              <a:t>Fill unused board areas with continuous ground plane (copper pour)</a:t>
            </a:r>
            <a:endParaRPr lang="en-US" dirty="0">
              <a:cs typeface="Arial"/>
            </a:endParaRPr>
          </a:p>
          <a:p>
            <a:pPr marL="556895" lvl="1" indent="-213995"/>
            <a:r>
              <a:rPr lang="en-US" dirty="0"/>
              <a:t>Use ground stitching vias around PCB edges (stable ground potential)</a:t>
            </a:r>
            <a:endParaRPr lang="en-US" dirty="0">
              <a:cs typeface="Arial"/>
            </a:endParaRPr>
          </a:p>
          <a:p>
            <a:r>
              <a:rPr lang="en-US" dirty="0"/>
              <a:t>Use separate analog and digital ground planes in mixed signal systems (sensitive analog, noisy digital)</a:t>
            </a:r>
          </a:p>
          <a:p>
            <a:pPr marL="556895" lvl="1" indent="-213995"/>
            <a:r>
              <a:rPr lang="en-US" dirty="0"/>
              <a:t>Connect ground planes at a single low impedance point</a:t>
            </a:r>
            <a:endParaRPr lang="en-US" dirty="0">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82625-71B9-ADFF-88D3-D8D2A9F96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B513-FE22-58B8-D6FB-BE2D57B9792A}"/>
              </a:ext>
            </a:extLst>
          </p:cNvPr>
          <p:cNvSpPr>
            <a:spLocks noGrp="1"/>
          </p:cNvSpPr>
          <p:nvPr>
            <p:ph type="title"/>
          </p:nvPr>
        </p:nvSpPr>
        <p:spPr>
          <a:xfrm>
            <a:off x="1498429" y="427231"/>
            <a:ext cx="6264696" cy="438976"/>
          </a:xfrm>
        </p:spPr>
        <p:txBody>
          <a:bodyPr/>
          <a:lstStyle/>
          <a:p>
            <a:r>
              <a:rPr lang="en-US" dirty="0"/>
              <a:t>PCB Layout tips</a:t>
            </a:r>
          </a:p>
        </p:txBody>
      </p:sp>
      <p:sp>
        <p:nvSpPr>
          <p:cNvPr id="3" name="Content Placeholder 2">
            <a:extLst>
              <a:ext uri="{FF2B5EF4-FFF2-40B4-BE49-F238E27FC236}">
                <a16:creationId xmlns:a16="http://schemas.microsoft.com/office/drawing/2014/main" id="{A453DDC1-F65E-0990-A1EB-B5F8B0656999}"/>
              </a:ext>
            </a:extLst>
          </p:cNvPr>
          <p:cNvSpPr>
            <a:spLocks noGrp="1"/>
          </p:cNvSpPr>
          <p:nvPr>
            <p:ph idx="1"/>
          </p:nvPr>
        </p:nvSpPr>
        <p:spPr>
          <a:xfrm>
            <a:off x="1501159" y="841276"/>
            <a:ext cx="7025843" cy="4266474"/>
          </a:xfrm>
        </p:spPr>
        <p:txBody>
          <a:bodyPr/>
          <a:lstStyle/>
          <a:p>
            <a:r>
              <a:rPr lang="en-US" dirty="0"/>
              <a:t>Solder mask</a:t>
            </a:r>
          </a:p>
          <a:p>
            <a:pPr marL="556895" lvl="1" indent="-213995"/>
            <a:r>
              <a:rPr lang="en-US" dirty="0"/>
              <a:t>Useful in mass production manufacturing</a:t>
            </a:r>
          </a:p>
          <a:p>
            <a:pPr marL="856932" lvl="2" indent="-213995"/>
            <a:r>
              <a:rPr lang="en-US" dirty="0"/>
              <a:t>Improves manufacturability </a:t>
            </a:r>
          </a:p>
          <a:p>
            <a:pPr marL="856932" lvl="2" indent="-213995"/>
            <a:r>
              <a:rPr lang="en-US" dirty="0"/>
              <a:t>Protection against environment (corrosion etc.)</a:t>
            </a:r>
          </a:p>
          <a:p>
            <a:pPr marL="556895" lvl="1" indent="-213995"/>
            <a:r>
              <a:rPr lang="en-US" dirty="0"/>
              <a:t>But maybe not so much in prototyping…</a:t>
            </a:r>
            <a:endParaRPr lang="en-US" dirty="0">
              <a:cs typeface="Arial"/>
            </a:endParaRPr>
          </a:p>
          <a:p>
            <a:pPr lvl="2"/>
            <a:r>
              <a:rPr lang="en-US" dirty="0"/>
              <a:t>Testing, manual rework, modifications etc.</a:t>
            </a:r>
          </a:p>
          <a:p>
            <a:pPr lvl="2"/>
            <a:r>
              <a:rPr lang="en-US" dirty="0"/>
              <a:t>Solder mask might need to be removed</a:t>
            </a:r>
          </a:p>
          <a:p>
            <a:endParaRPr lang="en-US" dirty="0"/>
          </a:p>
          <a:p>
            <a:r>
              <a:rPr lang="en-US" dirty="0"/>
              <a:t>Casing</a:t>
            </a:r>
            <a:endParaRPr lang="en-US" dirty="0">
              <a:cs typeface="Arial"/>
            </a:endParaRPr>
          </a:p>
          <a:p>
            <a:pPr marL="556895" lvl="1" indent="-213995"/>
            <a:r>
              <a:rPr lang="en-US" dirty="0"/>
              <a:t>Casing design and layout design goes hand in hand</a:t>
            </a:r>
            <a:endParaRPr lang="en-US" dirty="0">
              <a:cs typeface="Arial"/>
            </a:endParaRPr>
          </a:p>
          <a:p>
            <a:pPr lvl="2"/>
            <a:r>
              <a:rPr lang="en-US" dirty="0"/>
              <a:t>Ensure mechanical compatibility</a:t>
            </a:r>
          </a:p>
          <a:p>
            <a:pPr marL="556895" lvl="1" indent="-213995"/>
            <a:r>
              <a:rPr lang="en-US" dirty="0"/>
              <a:t>Fixing PCB to casing (holes, screws etc.)</a:t>
            </a:r>
            <a:endParaRPr lang="en-US" dirty="0">
              <a:cs typeface="Arial"/>
            </a:endParaRPr>
          </a:p>
          <a:p>
            <a:pPr marL="556895" lvl="1" indent="-213995"/>
            <a:r>
              <a:rPr lang="en-US" dirty="0"/>
              <a:t>Wall thickness (through-casing components/ structures)</a:t>
            </a:r>
            <a:endParaRPr lang="en-US" dirty="0">
              <a:cs typeface="Arial"/>
            </a:endParaRPr>
          </a:p>
          <a:p>
            <a:pPr lvl="2"/>
            <a:r>
              <a:rPr lang="en-US" dirty="0"/>
              <a:t>Displays</a:t>
            </a:r>
          </a:p>
          <a:p>
            <a:pPr lvl="2"/>
            <a:r>
              <a:rPr lang="en-US" dirty="0"/>
              <a:t>Connectors etc.</a:t>
            </a:r>
          </a:p>
          <a:p>
            <a:pPr marL="556895" lvl="1" indent="-213995"/>
            <a:r>
              <a:rPr lang="en-US" dirty="0"/>
              <a:t>Vertical clearance of components (risk of collision with tall components)</a:t>
            </a:r>
            <a:endParaRPr lang="en-US" dirty="0">
              <a:cs typeface="Arial"/>
            </a:endParaRPr>
          </a:p>
          <a:p>
            <a:pPr marL="556895" lvl="1" indent="-213995"/>
            <a:r>
              <a:rPr lang="en-US" dirty="0"/>
              <a:t>Placement of sensors (skin contact e.g.)</a:t>
            </a:r>
            <a:endParaRPr lang="en-US" dirty="0">
              <a:cs typeface="Arial"/>
            </a:endParaRPr>
          </a:p>
          <a:p>
            <a:pPr marL="556895" lvl="1" indent="-213995"/>
            <a:endParaRPr lang="en-US" dirty="0">
              <a:cs typeface="Arial"/>
            </a:endParaRPr>
          </a:p>
        </p:txBody>
      </p:sp>
    </p:spTree>
    <p:extLst>
      <p:ext uri="{BB962C8B-B14F-4D97-AF65-F5344CB8AC3E}">
        <p14:creationId xmlns:p14="http://schemas.microsoft.com/office/powerpoint/2010/main" val="3507235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3388-015F-3F11-D13E-EABAFE3DF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E4CA6-1C4D-0428-7906-0F8166080D36}"/>
              </a:ext>
            </a:extLst>
          </p:cNvPr>
          <p:cNvSpPr>
            <a:spLocks noGrp="1"/>
          </p:cNvSpPr>
          <p:nvPr>
            <p:ph type="title"/>
          </p:nvPr>
        </p:nvSpPr>
        <p:spPr>
          <a:xfrm>
            <a:off x="1498429" y="427231"/>
            <a:ext cx="6264696" cy="438976"/>
          </a:xfrm>
        </p:spPr>
        <p:txBody>
          <a:bodyPr/>
          <a:lstStyle/>
          <a:p>
            <a:r>
              <a:rPr lang="en-US" altLang="fi-FI" dirty="0"/>
              <a:t>Familiarize yourselves with the following layout design subjects</a:t>
            </a:r>
            <a:endParaRPr lang="en-US" dirty="0"/>
          </a:p>
        </p:txBody>
      </p:sp>
      <p:sp>
        <p:nvSpPr>
          <p:cNvPr id="3" name="Content Placeholder 2">
            <a:extLst>
              <a:ext uri="{FF2B5EF4-FFF2-40B4-BE49-F238E27FC236}">
                <a16:creationId xmlns:a16="http://schemas.microsoft.com/office/drawing/2014/main" id="{BE765116-89C0-AEBA-F58F-152BF80D4D3A}"/>
              </a:ext>
            </a:extLst>
          </p:cNvPr>
          <p:cNvSpPr>
            <a:spLocks noGrp="1"/>
          </p:cNvSpPr>
          <p:nvPr>
            <p:ph idx="1"/>
          </p:nvPr>
        </p:nvSpPr>
        <p:spPr>
          <a:xfrm>
            <a:off x="1493658" y="1399338"/>
            <a:ext cx="6390710" cy="4266474"/>
          </a:xfrm>
        </p:spPr>
        <p:txBody>
          <a:bodyPr/>
          <a:lstStyle/>
          <a:p>
            <a:r>
              <a:rPr lang="en-US" dirty="0"/>
              <a:t>Division of components into functional segments</a:t>
            </a:r>
          </a:p>
          <a:p>
            <a:r>
              <a:rPr lang="en-US" dirty="0"/>
              <a:t>Traces</a:t>
            </a:r>
          </a:p>
          <a:p>
            <a:pPr marL="556895" lvl="1" indent="-213995"/>
            <a:r>
              <a:rPr lang="en-US" dirty="0"/>
              <a:t>Width and clearance based on net function (signal, ground, etc.)</a:t>
            </a:r>
            <a:endParaRPr lang="en-US" dirty="0">
              <a:cs typeface="Arial"/>
            </a:endParaRPr>
          </a:p>
          <a:p>
            <a:r>
              <a:rPr lang="en-US" dirty="0"/>
              <a:t>Vias (based on net function)</a:t>
            </a:r>
            <a:endParaRPr lang="en-US" dirty="0">
              <a:cs typeface="Arial"/>
            </a:endParaRPr>
          </a:p>
          <a:p>
            <a:pPr marL="556895" lvl="1" indent="-213995"/>
            <a:r>
              <a:rPr lang="en-US" dirty="0"/>
              <a:t>Number of vias</a:t>
            </a:r>
            <a:endParaRPr lang="en-US" dirty="0">
              <a:cs typeface="Arial"/>
            </a:endParaRPr>
          </a:p>
          <a:p>
            <a:pPr marL="556895" lvl="1" indent="-213995"/>
            <a:r>
              <a:rPr lang="en-US" dirty="0"/>
              <a:t>Sizes (drill size, pad diameter, annular ring size)</a:t>
            </a:r>
            <a:endParaRPr lang="en-US" dirty="0">
              <a:cs typeface="Arial"/>
            </a:endParaRPr>
          </a:p>
          <a:p>
            <a:pPr marL="556895" lvl="1" indent="-213995"/>
            <a:r>
              <a:rPr lang="en-US" dirty="0"/>
              <a:t>Ground stitching</a:t>
            </a:r>
            <a:endParaRPr lang="en-US" dirty="0">
              <a:cs typeface="Arial"/>
            </a:endParaRPr>
          </a:p>
          <a:p>
            <a:r>
              <a:rPr lang="en-US" dirty="0"/>
              <a:t>Bypass capacitors</a:t>
            </a:r>
          </a:p>
          <a:p>
            <a:pPr marL="556895" lvl="1" indent="-213995"/>
            <a:r>
              <a:rPr lang="en-US" dirty="0"/>
              <a:t>Number of capacitors</a:t>
            </a:r>
            <a:endParaRPr lang="en-US" dirty="0">
              <a:cs typeface="Arial"/>
            </a:endParaRPr>
          </a:p>
          <a:p>
            <a:pPr marL="556895" lvl="1" indent="-213995"/>
            <a:r>
              <a:rPr lang="en-US" dirty="0"/>
              <a:t>Capacitance values</a:t>
            </a:r>
            <a:endParaRPr lang="en-US" dirty="0">
              <a:cs typeface="Arial"/>
            </a:endParaRPr>
          </a:p>
          <a:p>
            <a:pPr marL="556895" lvl="1" indent="-213995"/>
            <a:r>
              <a:rPr lang="en-US" dirty="0"/>
              <a:t>Placement</a:t>
            </a:r>
            <a:endParaRPr lang="en-US" dirty="0">
              <a:cs typeface="Arial"/>
            </a:endParaRPr>
          </a:p>
          <a:p>
            <a:r>
              <a:rPr lang="en-US" dirty="0"/>
              <a:t>Copper planes in mixed signal systems</a:t>
            </a:r>
          </a:p>
          <a:p>
            <a:pPr marL="556895" lvl="1" indent="-213995"/>
            <a:r>
              <a:rPr lang="en-US" dirty="0"/>
              <a:t>separate analog and digital ground planes</a:t>
            </a:r>
          </a:p>
          <a:p>
            <a:pPr marL="256857" indent="-213995"/>
            <a:r>
              <a:rPr lang="en-US" dirty="0">
                <a:cs typeface="Arial"/>
              </a:rPr>
              <a:t>And so on…</a:t>
            </a:r>
          </a:p>
        </p:txBody>
      </p:sp>
    </p:spTree>
    <p:extLst>
      <p:ext uri="{BB962C8B-B14F-4D97-AF65-F5344CB8AC3E}">
        <p14:creationId xmlns:p14="http://schemas.microsoft.com/office/powerpoint/2010/main" val="3370365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CC2A3-9259-681B-F4C8-123C669B9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0B794-CEF8-A09D-E89E-3D2C4F435F34}"/>
              </a:ext>
            </a:extLst>
          </p:cNvPr>
          <p:cNvSpPr>
            <a:spLocks noGrp="1"/>
          </p:cNvSpPr>
          <p:nvPr>
            <p:ph type="title"/>
          </p:nvPr>
        </p:nvSpPr>
        <p:spPr>
          <a:xfrm>
            <a:off x="1485900" y="2428875"/>
            <a:ext cx="6172200" cy="857250"/>
          </a:xfrm>
        </p:spPr>
        <p:txBody>
          <a:bodyPr/>
          <a:lstStyle/>
          <a:p>
            <a:r>
              <a:rPr lang="fi-FI" dirty="0" err="1"/>
              <a:t>Fabrication</a:t>
            </a:r>
            <a:r>
              <a:rPr lang="fi-FI" dirty="0"/>
              <a:t> </a:t>
            </a:r>
            <a:r>
              <a:rPr lang="fi-FI" dirty="0" err="1"/>
              <a:t>outputs</a:t>
            </a:r>
            <a:endParaRPr lang="fi-FI" dirty="0"/>
          </a:p>
        </p:txBody>
      </p:sp>
    </p:spTree>
    <p:extLst>
      <p:ext uri="{BB962C8B-B14F-4D97-AF65-F5344CB8AC3E}">
        <p14:creationId xmlns:p14="http://schemas.microsoft.com/office/powerpoint/2010/main" val="31840384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8907" y="383716"/>
            <a:ext cx="6172200" cy="529568"/>
          </a:xfrm>
        </p:spPr>
        <p:txBody>
          <a:bodyPr/>
          <a:lstStyle/>
          <a:p>
            <a:r>
              <a:rPr lang="en-US" dirty="0"/>
              <a:t>Manufacturing files a.k.a. Gerber files</a:t>
            </a:r>
          </a:p>
        </p:txBody>
      </p:sp>
      <p:sp>
        <p:nvSpPr>
          <p:cNvPr id="3" name="Content Placeholder 2"/>
          <p:cNvSpPr>
            <a:spLocks noGrp="1"/>
          </p:cNvSpPr>
          <p:nvPr>
            <p:ph idx="1"/>
          </p:nvPr>
        </p:nvSpPr>
        <p:spPr>
          <a:xfrm>
            <a:off x="1468907" y="967290"/>
            <a:ext cx="6172200" cy="4374486"/>
          </a:xfrm>
        </p:spPr>
        <p:txBody>
          <a:bodyPr/>
          <a:lstStyle/>
          <a:p>
            <a:r>
              <a:rPr lang="en-US" dirty="0"/>
              <a:t>Data files for PCB manufacturing process (layers, traces, footprints, ground copper areas, vias, holes etc.)</a:t>
            </a:r>
          </a:p>
          <a:p>
            <a:r>
              <a:rPr lang="en-US" dirty="0"/>
              <a:t>Confirm that PCB Design Rule Check (DRC) shows no errors (none should appear!), check also the unconnected tab</a:t>
            </a:r>
          </a:p>
          <a:p>
            <a:r>
              <a:rPr lang="en-US" dirty="0"/>
              <a:t>Print the board as a 1:1 size print and verify that all the components fit ok (no collision, no masking, footprints match, etc.)</a:t>
            </a:r>
          </a:p>
          <a:p>
            <a:r>
              <a:rPr lang="en-US" dirty="0"/>
              <a:t>Generate at least the following manufacturing files</a:t>
            </a:r>
          </a:p>
          <a:p>
            <a:pPr marL="556895" lvl="1" indent="-213995"/>
            <a:r>
              <a:rPr lang="en-US" dirty="0"/>
              <a:t>TOP and BOT copper layers </a:t>
            </a:r>
            <a:endParaRPr lang="en-US" dirty="0">
              <a:cs typeface="Arial"/>
            </a:endParaRPr>
          </a:p>
          <a:p>
            <a:pPr marL="556895" lvl="1" indent="-213995"/>
            <a:r>
              <a:rPr lang="en-US" dirty="0"/>
              <a:t>Edge cuts i.e. board outline</a:t>
            </a:r>
            <a:endParaRPr lang="en-US" dirty="0">
              <a:cs typeface="Arial"/>
            </a:endParaRPr>
          </a:p>
          <a:p>
            <a:pPr marL="556895" lvl="1" indent="-213995"/>
            <a:r>
              <a:rPr lang="en-US" dirty="0"/>
              <a:t>Drill files</a:t>
            </a:r>
            <a:endParaRPr lang="en-US" dirty="0">
              <a:cs typeface="Arial"/>
            </a:endParaRPr>
          </a:p>
          <a:p>
            <a:r>
              <a:rPr lang="en-US" dirty="0"/>
              <a:t>Manufacturing</a:t>
            </a:r>
            <a:r>
              <a:rPr lang="fi-FI" dirty="0"/>
              <a:t> file </a:t>
            </a:r>
            <a:r>
              <a:rPr lang="fi-FI" dirty="0" err="1"/>
              <a:t>format</a:t>
            </a:r>
            <a:r>
              <a:rPr lang="fi-FI" dirty="0"/>
              <a:t> for </a:t>
            </a:r>
            <a:r>
              <a:rPr lang="fi-FI" dirty="0" err="1"/>
              <a:t>copper</a:t>
            </a:r>
            <a:r>
              <a:rPr lang="fi-FI" dirty="0"/>
              <a:t> </a:t>
            </a:r>
            <a:r>
              <a:rPr lang="fi-FI" dirty="0" err="1"/>
              <a:t>layer</a:t>
            </a:r>
            <a:r>
              <a:rPr lang="fi-FI" dirty="0"/>
              <a:t> and </a:t>
            </a:r>
            <a:r>
              <a:rPr lang="fi-FI" dirty="0" err="1"/>
              <a:t>drill</a:t>
            </a:r>
            <a:r>
              <a:rPr lang="fi-FI" dirty="0"/>
              <a:t> </a:t>
            </a:r>
            <a:r>
              <a:rPr lang="fi-FI" dirty="0" err="1"/>
              <a:t>files</a:t>
            </a:r>
            <a:endParaRPr lang="fi-FI" dirty="0"/>
          </a:p>
          <a:p>
            <a:pPr marL="556895" lvl="1" indent="-213995"/>
            <a:r>
              <a:rPr lang="fi-FI" dirty="0" err="1"/>
              <a:t>Check</a:t>
            </a:r>
            <a:r>
              <a:rPr lang="fi-FI" dirty="0"/>
              <a:t> </a:t>
            </a:r>
            <a:r>
              <a:rPr lang="fi-FI" dirty="0" err="1"/>
              <a:t>manufacturer’s</a:t>
            </a:r>
            <a:r>
              <a:rPr lang="fi-FI" dirty="0"/>
              <a:t> </a:t>
            </a:r>
            <a:r>
              <a:rPr lang="fi-FI" dirty="0" err="1"/>
              <a:t>requirements</a:t>
            </a:r>
            <a:endParaRPr lang="en-US" dirty="0">
              <a:cs typeface="Arial"/>
            </a:endParaRPr>
          </a:p>
          <a:p>
            <a:pPr marL="556895" lvl="1" indent="-213995"/>
            <a:r>
              <a:rPr lang="en-US" dirty="0"/>
              <a:t>Use Gerber (typically), absolute origin, unit as millimeters</a:t>
            </a:r>
            <a:endParaRPr lang="en-US" dirty="0">
              <a:cs typeface="Arial"/>
            </a:endParaRPr>
          </a:p>
          <a:p>
            <a:pPr marL="256857" indent="-213995"/>
            <a:r>
              <a:rPr lang="en-US" dirty="0"/>
              <a:t>Choose “do not tent vias” (tented i.e. via covered with solder mask)</a:t>
            </a:r>
            <a:endParaRPr lang="en-US" dirty="0">
              <a:cs typeface="Arial"/>
            </a:endParaRPr>
          </a:p>
          <a:p>
            <a:pPr lvl="1"/>
            <a:r>
              <a:rPr lang="en-US" dirty="0" err="1"/>
              <a:t>Untented</a:t>
            </a:r>
            <a:r>
              <a:rPr lang="en-US" dirty="0"/>
              <a:t> vias may be useful later (debugging, fixing)</a:t>
            </a:r>
          </a:p>
          <a:p>
            <a:r>
              <a:rPr lang="en-US" dirty="0"/>
              <a:t>Check Gerber files with </a:t>
            </a:r>
            <a:r>
              <a:rPr lang="en-US" dirty="0" err="1"/>
              <a:t>KiCad’s</a:t>
            </a:r>
            <a:r>
              <a:rPr lang="en-US" dirty="0"/>
              <a:t> Gerber Viewer</a:t>
            </a:r>
          </a:p>
          <a:p>
            <a:pPr marL="556895" lvl="1" indent="-213995"/>
            <a:r>
              <a:rPr lang="en-US" dirty="0"/>
              <a:t>Layer alignment, no solder mask on soldering pads etc.</a:t>
            </a:r>
            <a:endParaRPr lang="en-US" dirty="0">
              <a:cs typeface="Arial"/>
            </a:endParaRPr>
          </a:p>
          <a:p>
            <a:pPr marL="342900" lvl="1" indent="0">
              <a:buNone/>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491728"/>
            <a:ext cx="6172200" cy="529568"/>
          </a:xfrm>
        </p:spPr>
        <p:txBody>
          <a:bodyPr/>
          <a:lstStyle/>
          <a:p>
            <a:r>
              <a:rPr lang="en-US" dirty="0"/>
              <a:t>PCB fabrication</a:t>
            </a:r>
          </a:p>
        </p:txBody>
      </p:sp>
      <p:sp>
        <p:nvSpPr>
          <p:cNvPr id="3" name="Content Placeholder 2"/>
          <p:cNvSpPr>
            <a:spLocks noGrp="1"/>
          </p:cNvSpPr>
          <p:nvPr>
            <p:ph idx="1"/>
          </p:nvPr>
        </p:nvSpPr>
        <p:spPr>
          <a:xfrm>
            <a:off x="1439652" y="1075302"/>
            <a:ext cx="6172200" cy="4050450"/>
          </a:xfrm>
        </p:spPr>
        <p:txBody>
          <a:bodyPr/>
          <a:lstStyle/>
          <a:p>
            <a:pPr marL="0" indent="0">
              <a:buNone/>
            </a:pPr>
            <a:r>
              <a:rPr lang="en-US" dirty="0"/>
              <a:t>PCB Design =&gt; physical implementation</a:t>
            </a:r>
          </a:p>
          <a:p>
            <a:pPr marL="0" indent="0">
              <a:buNone/>
            </a:pPr>
            <a:r>
              <a:rPr lang="en-US" dirty="0"/>
              <a:t>PCB ordering:</a:t>
            </a:r>
            <a:endParaRPr lang="en-US" dirty="0">
              <a:solidFill>
                <a:srgbClr val="FF0000"/>
              </a:solidFill>
            </a:endParaRPr>
          </a:p>
          <a:p>
            <a:r>
              <a:rPr lang="en-US" dirty="0"/>
              <a:t>PCBs are ordered from JLCPCB (Chinese manufacturer)</a:t>
            </a:r>
          </a:p>
          <a:p>
            <a:pPr lvl="1"/>
            <a:r>
              <a:rPr lang="en-US" dirty="0"/>
              <a:t>Manufacturer’s online tool</a:t>
            </a:r>
          </a:p>
          <a:p>
            <a:pPr lvl="2"/>
            <a:r>
              <a:rPr lang="en-US" dirty="0"/>
              <a:t>Upload your manufacturing files</a:t>
            </a:r>
          </a:p>
          <a:p>
            <a:pPr lvl="2"/>
            <a:r>
              <a:rPr lang="en-US" dirty="0"/>
              <a:t>Files tested for manufacturability</a:t>
            </a:r>
          </a:p>
          <a:p>
            <a:pPr lvl="2"/>
            <a:r>
              <a:rPr lang="en-US" dirty="0"/>
              <a:t>Cost estimation for PCB fabrication</a:t>
            </a:r>
          </a:p>
          <a:p>
            <a:r>
              <a:rPr lang="en-US" dirty="0"/>
              <a:t>Try to keep board manufacturing cost under 10 € / 5 pcs, or whatever is the minimum possible amount.</a:t>
            </a:r>
          </a:p>
          <a:p>
            <a:r>
              <a:rPr lang="en-US" dirty="0"/>
              <a:t>Requisite data files: TOP and BOT coppers, edge cuts and drill files</a:t>
            </a:r>
          </a:p>
          <a:p>
            <a:endParaRPr lang="en-US" dirty="0"/>
          </a:p>
          <a:p>
            <a:r>
              <a:rPr lang="en-US" dirty="0"/>
              <a:t>Fab Lab as PCB manufacturer</a:t>
            </a:r>
          </a:p>
          <a:p>
            <a:pPr lvl="1"/>
            <a:r>
              <a:rPr lang="en-US" dirty="0"/>
              <a:t>PCB milling is available </a:t>
            </a:r>
          </a:p>
          <a:p>
            <a:pPr lvl="1"/>
            <a:r>
              <a:rPr lang="en-US" dirty="0"/>
              <a:t>Via fabrication is limited (copper plating not available)</a:t>
            </a:r>
          </a:p>
          <a:p>
            <a:pPr lvl="2"/>
            <a:r>
              <a:rPr lang="en-US" dirty="0"/>
              <a:t>Manual via finishing</a:t>
            </a:r>
          </a:p>
          <a:p>
            <a:pPr lvl="2"/>
            <a:r>
              <a:rPr lang="en-US" dirty="0"/>
              <a:t>Designs with moderate number of vias might be conceivable</a:t>
            </a:r>
          </a:p>
        </p:txBody>
      </p:sp>
    </p:spTree>
    <p:extLst>
      <p:ext uri="{BB962C8B-B14F-4D97-AF65-F5344CB8AC3E}">
        <p14:creationId xmlns:p14="http://schemas.microsoft.com/office/powerpoint/2010/main" val="17206198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3B35-E277-F668-7EBC-E37EEF5DC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C46F9-514A-0D4E-9061-9E00CFB09E07}"/>
              </a:ext>
            </a:extLst>
          </p:cNvPr>
          <p:cNvSpPr>
            <a:spLocks noGrp="1"/>
          </p:cNvSpPr>
          <p:nvPr>
            <p:ph type="title"/>
          </p:nvPr>
        </p:nvSpPr>
        <p:spPr>
          <a:xfrm>
            <a:off x="1485900" y="2428875"/>
            <a:ext cx="6172200" cy="857250"/>
          </a:xfrm>
        </p:spPr>
        <p:txBody>
          <a:bodyPr/>
          <a:lstStyle/>
          <a:p>
            <a:r>
              <a:rPr lang="fi-FI" dirty="0"/>
              <a:t>Component </a:t>
            </a:r>
            <a:r>
              <a:rPr lang="fi-FI" dirty="0" err="1"/>
              <a:t>placement</a:t>
            </a:r>
            <a:r>
              <a:rPr lang="fi-FI" dirty="0"/>
              <a:t> on PCB</a:t>
            </a:r>
          </a:p>
        </p:txBody>
      </p:sp>
    </p:spTree>
    <p:extLst>
      <p:ext uri="{BB962C8B-B14F-4D97-AF65-F5344CB8AC3E}">
        <p14:creationId xmlns:p14="http://schemas.microsoft.com/office/powerpoint/2010/main" val="5478552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9E8415-B783-C81E-DB30-BEC197A27508}"/>
              </a:ext>
            </a:extLst>
          </p:cNvPr>
          <p:cNvSpPr txBox="1">
            <a:spLocks/>
          </p:cNvSpPr>
          <p:nvPr/>
        </p:nvSpPr>
        <p:spPr bwMode="auto">
          <a:xfrm>
            <a:off x="1485900" y="491728"/>
            <a:ext cx="6172200" cy="52956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chemeClr val="tx2"/>
                </a:solidFill>
                <a:latin typeface="+mj-lt"/>
                <a:ea typeface="+mj-ea"/>
                <a:cs typeface="+mj-cs"/>
              </a:defRPr>
            </a:lvl1pPr>
            <a:lvl2pPr algn="ctr" rtl="0" eaLnBrk="0" fontAlgn="base" hangingPunct="0">
              <a:spcBef>
                <a:spcPct val="0"/>
              </a:spcBef>
              <a:spcAft>
                <a:spcPct val="0"/>
              </a:spcAft>
              <a:defRPr sz="2400">
                <a:solidFill>
                  <a:schemeClr val="tx2"/>
                </a:solidFill>
                <a:latin typeface="Arial" charset="0"/>
              </a:defRPr>
            </a:lvl2pPr>
            <a:lvl3pPr algn="ctr" rtl="0" eaLnBrk="0" fontAlgn="base" hangingPunct="0">
              <a:spcBef>
                <a:spcPct val="0"/>
              </a:spcBef>
              <a:spcAft>
                <a:spcPct val="0"/>
              </a:spcAft>
              <a:defRPr sz="2400">
                <a:solidFill>
                  <a:schemeClr val="tx2"/>
                </a:solidFill>
                <a:latin typeface="Arial" charset="0"/>
              </a:defRPr>
            </a:lvl3pPr>
            <a:lvl4pPr algn="ctr" rtl="0" eaLnBrk="0" fontAlgn="base" hangingPunct="0">
              <a:spcBef>
                <a:spcPct val="0"/>
              </a:spcBef>
              <a:spcAft>
                <a:spcPct val="0"/>
              </a:spcAft>
              <a:defRPr sz="2400">
                <a:solidFill>
                  <a:schemeClr val="tx2"/>
                </a:solidFill>
                <a:latin typeface="Arial" charset="0"/>
              </a:defRPr>
            </a:lvl4pPr>
            <a:lvl5pPr algn="ctr" rtl="0" eaLnBrk="0" fontAlgn="base" hangingPunct="0">
              <a:spcBef>
                <a:spcPct val="0"/>
              </a:spcBef>
              <a:spcAft>
                <a:spcPct val="0"/>
              </a:spcAft>
              <a:defRPr sz="24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r>
              <a:rPr lang="en-US" dirty="0"/>
              <a:t>Populating the board</a:t>
            </a:r>
            <a:endParaRPr lang="en-US" kern="0" dirty="0"/>
          </a:p>
        </p:txBody>
      </p:sp>
      <p:sp>
        <p:nvSpPr>
          <p:cNvPr id="3" name="Content Placeholder 2"/>
          <p:cNvSpPr>
            <a:spLocks noGrp="1"/>
          </p:cNvSpPr>
          <p:nvPr>
            <p:ph idx="1"/>
          </p:nvPr>
        </p:nvSpPr>
        <p:spPr>
          <a:xfrm>
            <a:off x="1485900" y="1129308"/>
            <a:ext cx="6172200" cy="4536504"/>
          </a:xfrm>
        </p:spPr>
        <p:txBody>
          <a:bodyPr/>
          <a:lstStyle/>
          <a:p>
            <a:r>
              <a:rPr lang="en-US" dirty="0"/>
              <a:t>Before soldering, visually inspect the PCB is free of faults</a:t>
            </a:r>
          </a:p>
          <a:p>
            <a:r>
              <a:rPr lang="en-US" dirty="0"/>
              <a:t>Check that only intended connections exist on PCB, i.e. there are no faulty short circuits (multimeter)</a:t>
            </a:r>
          </a:p>
          <a:p>
            <a:pPr marL="556895" lvl="1" indent="-213995"/>
            <a:r>
              <a:rPr lang="en-US" dirty="0"/>
              <a:t>Traces, planes, pads, vias</a:t>
            </a:r>
            <a:endParaRPr lang="en-US" dirty="0">
              <a:cs typeface="Arial"/>
            </a:endParaRPr>
          </a:p>
          <a:p>
            <a:pPr marL="556895" lvl="1" indent="-213995"/>
            <a:r>
              <a:rPr lang="en-US" dirty="0"/>
              <a:t>Supply traces and ground</a:t>
            </a:r>
            <a:endParaRPr lang="en-US" dirty="0">
              <a:cs typeface="Arial"/>
            </a:endParaRPr>
          </a:p>
          <a:p>
            <a:r>
              <a:rPr lang="en-US" dirty="0"/>
              <a:t>Clean PCB before soldering (cleaning solvent)</a:t>
            </a:r>
          </a:p>
          <a:p>
            <a:pPr marL="556895" lvl="1" indent="-213995"/>
            <a:r>
              <a:rPr lang="en-US" dirty="0"/>
              <a:t>SMD components</a:t>
            </a:r>
            <a:endParaRPr lang="en-US" dirty="0">
              <a:cs typeface="Arial"/>
            </a:endParaRPr>
          </a:p>
          <a:p>
            <a:pPr marL="556895" lvl="1" indent="-213995"/>
            <a:endParaRPr lang="en-US" dirty="0">
              <a:cs typeface="Arial"/>
            </a:endParaRPr>
          </a:p>
          <a:p>
            <a:r>
              <a:rPr lang="en-US" dirty="0"/>
              <a:t>Assemble a single functional group at a time</a:t>
            </a:r>
          </a:p>
          <a:p>
            <a:pPr marL="556895" lvl="1" indent="-213995"/>
            <a:r>
              <a:rPr lang="en-US" dirty="0"/>
              <a:t>Start from power supply sections</a:t>
            </a:r>
            <a:endParaRPr lang="en-US" dirty="0">
              <a:cs typeface="Arial"/>
            </a:endParaRPr>
          </a:p>
          <a:p>
            <a:pPr marL="556895" lvl="1" indent="-213995"/>
            <a:r>
              <a:rPr lang="en-US" dirty="0"/>
              <a:t>Test that implementation is functional before adding the next</a:t>
            </a:r>
            <a:endParaRPr lang="en-US" dirty="0">
              <a:cs typeface="Arial"/>
            </a:endParaRPr>
          </a:p>
          <a:p>
            <a:pPr marL="556895" lvl="1" indent="-213995"/>
            <a:endParaRPr lang="en-US" dirty="0">
              <a:cs typeface="Arial"/>
            </a:endParaRPr>
          </a:p>
          <a:p>
            <a:r>
              <a:rPr lang="en-US" dirty="0"/>
              <a:t>Note component orientation (IC, pin 1)</a:t>
            </a:r>
            <a:endParaRPr lang="en-US" dirty="0">
              <a:cs typeface="Arial"/>
            </a:endParaRPr>
          </a:p>
          <a:p>
            <a:r>
              <a:rPr lang="en-US" dirty="0"/>
              <a:t>Polarized components (anode, cathode)</a:t>
            </a:r>
          </a:p>
          <a:p>
            <a:pPr marL="556895" lvl="1" indent="-213995"/>
            <a:r>
              <a:rPr lang="en-US" dirty="0"/>
              <a:t>Electrolytic capacitors, transistors, diodes, LEDs etc.</a:t>
            </a:r>
            <a:endParaRPr lang="en-US" dirty="0">
              <a:cs typeface="Arial"/>
            </a:endParaRP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64F19-022F-4667-9965-81AAFBBF6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83ED3-17BA-5339-23DF-F4CA18429B7C}"/>
              </a:ext>
            </a:extLst>
          </p:cNvPr>
          <p:cNvSpPr>
            <a:spLocks noGrp="1"/>
          </p:cNvSpPr>
          <p:nvPr>
            <p:ph type="title"/>
          </p:nvPr>
        </p:nvSpPr>
        <p:spPr>
          <a:xfrm>
            <a:off x="1485900" y="370113"/>
            <a:ext cx="6172200" cy="381154"/>
          </a:xfrm>
        </p:spPr>
        <p:txBody>
          <a:bodyPr/>
          <a:lstStyle/>
          <a:p>
            <a:r>
              <a:rPr lang="en-US" dirty="0"/>
              <a:t>Populating the board</a:t>
            </a:r>
          </a:p>
        </p:txBody>
      </p:sp>
      <p:sp>
        <p:nvSpPr>
          <p:cNvPr id="3" name="Content Placeholder 2">
            <a:extLst>
              <a:ext uri="{FF2B5EF4-FFF2-40B4-BE49-F238E27FC236}">
                <a16:creationId xmlns:a16="http://schemas.microsoft.com/office/drawing/2014/main" id="{60891E84-A1BF-A828-A6B9-3292BF107F1C}"/>
              </a:ext>
            </a:extLst>
          </p:cNvPr>
          <p:cNvSpPr>
            <a:spLocks noGrp="1"/>
          </p:cNvSpPr>
          <p:nvPr>
            <p:ph idx="1"/>
          </p:nvPr>
        </p:nvSpPr>
        <p:spPr>
          <a:xfrm>
            <a:off x="1187624" y="913284"/>
            <a:ext cx="5991778" cy="4536504"/>
          </a:xfrm>
        </p:spPr>
        <p:txBody>
          <a:bodyPr/>
          <a:lstStyle/>
          <a:p>
            <a:r>
              <a:rPr lang="en-US" dirty="0"/>
              <a:t>Manual soldering</a:t>
            </a:r>
          </a:p>
          <a:p>
            <a:pPr marL="556895" lvl="1" indent="-213995"/>
            <a:r>
              <a:rPr lang="en-US" dirty="0"/>
              <a:t>Facilities in Fab Lab (right?)</a:t>
            </a:r>
            <a:endParaRPr lang="en-US" dirty="0">
              <a:cs typeface="Arial"/>
            </a:endParaRPr>
          </a:p>
          <a:p>
            <a:pPr marL="556895" lvl="1" indent="-213995"/>
            <a:r>
              <a:rPr lang="en-US" dirty="0"/>
              <a:t>New to manual soldering?</a:t>
            </a:r>
          </a:p>
          <a:p>
            <a:pPr marL="342900" lvl="1" indent="0">
              <a:buNone/>
            </a:pPr>
            <a:r>
              <a:rPr lang="en-US" dirty="0"/>
              <a:t>=&gt; practice with some extra PCBs and components </a:t>
            </a:r>
            <a:r>
              <a:rPr lang="en-US" u="sng" dirty="0"/>
              <a:t>NOT</a:t>
            </a:r>
            <a:r>
              <a:rPr lang="en-US" dirty="0"/>
              <a:t> with your scarce project resources</a:t>
            </a:r>
            <a:endParaRPr lang="en-US" dirty="0">
              <a:cs typeface="Arial"/>
            </a:endParaRPr>
          </a:p>
          <a:p>
            <a:pPr marL="556895" lvl="1" indent="-213995"/>
            <a:endParaRPr lang="en-US" dirty="0">
              <a:cs typeface="Arial"/>
            </a:endParaRPr>
          </a:p>
          <a:p>
            <a:r>
              <a:rPr lang="en-US" dirty="0"/>
              <a:t>SMD components</a:t>
            </a:r>
          </a:p>
          <a:p>
            <a:pPr marL="556895" lvl="1" indent="-213995"/>
            <a:r>
              <a:rPr lang="en-US" dirty="0"/>
              <a:t>Manual paste dispensing and SMD pick and place manipulator for populating the board (Fab Lab?)</a:t>
            </a:r>
            <a:endParaRPr lang="en-US" dirty="0">
              <a:cs typeface="Arial"/>
            </a:endParaRPr>
          </a:p>
          <a:p>
            <a:pPr marL="556895" lvl="1" indent="-213995"/>
            <a:r>
              <a:rPr lang="en-US" dirty="0"/>
              <a:t>Reflow soldering </a:t>
            </a:r>
            <a:r>
              <a:rPr lang="fi-FI" dirty="0"/>
              <a:t>oven (</a:t>
            </a:r>
            <a:r>
              <a:rPr lang="fi-FI" dirty="0" err="1"/>
              <a:t>Fab</a:t>
            </a:r>
            <a:r>
              <a:rPr lang="fi-FI" dirty="0"/>
              <a:t> </a:t>
            </a:r>
            <a:r>
              <a:rPr lang="fi-FI" dirty="0" err="1"/>
              <a:t>Lab</a:t>
            </a:r>
            <a:r>
              <a:rPr lang="fi-FI" dirty="0"/>
              <a:t>)</a:t>
            </a:r>
            <a:endParaRPr lang="en-US" dirty="0">
              <a:cs typeface="Arial"/>
            </a:endParaRPr>
          </a:p>
          <a:p>
            <a:pPr marL="556895" lvl="1" indent="-213995"/>
            <a:r>
              <a:rPr lang="en-US" dirty="0"/>
              <a:t>Guidance for the equipment is provided by the Fab Lab staff</a:t>
            </a:r>
            <a:endParaRPr lang="en-US" dirty="0">
              <a:cs typeface="Arial"/>
            </a:endParaRPr>
          </a:p>
          <a:p>
            <a:endParaRPr lang="fi-FI" dirty="0"/>
          </a:p>
          <a:p>
            <a:r>
              <a:rPr lang="en-US" dirty="0"/>
              <a:t>Reflow soldering </a:t>
            </a:r>
            <a:r>
              <a:rPr lang="fi-FI" dirty="0"/>
              <a:t>oven </a:t>
            </a:r>
            <a:r>
              <a:rPr lang="fi-FI" dirty="0" err="1"/>
              <a:t>parameters</a:t>
            </a:r>
            <a:endParaRPr lang="fi-FI" dirty="0"/>
          </a:p>
          <a:p>
            <a:pPr marL="556895" lvl="1" indent="-213995"/>
            <a:r>
              <a:rPr lang="fi-FI" dirty="0" err="1"/>
              <a:t>Thermal</a:t>
            </a:r>
            <a:r>
              <a:rPr lang="fi-FI" dirty="0"/>
              <a:t> </a:t>
            </a:r>
            <a:r>
              <a:rPr lang="fi-FI" dirty="0" err="1"/>
              <a:t>profile</a:t>
            </a:r>
            <a:r>
              <a:rPr lang="fi-FI" dirty="0"/>
              <a:t> </a:t>
            </a:r>
            <a:r>
              <a:rPr lang="fi-FI" dirty="0" err="1"/>
              <a:t>matching</a:t>
            </a:r>
            <a:r>
              <a:rPr lang="fi-FI" dirty="0"/>
              <a:t> </a:t>
            </a:r>
            <a:r>
              <a:rPr lang="fi-FI" dirty="0" err="1"/>
              <a:t>with</a:t>
            </a:r>
            <a:r>
              <a:rPr lang="fi-FI" dirty="0"/>
              <a:t> </a:t>
            </a:r>
            <a:r>
              <a:rPr lang="fi-FI" dirty="0" err="1"/>
              <a:t>components</a:t>
            </a:r>
            <a:r>
              <a:rPr lang="fi-FI" dirty="0"/>
              <a:t> and </a:t>
            </a:r>
            <a:r>
              <a:rPr lang="fi-FI" dirty="0" err="1"/>
              <a:t>solder</a:t>
            </a:r>
            <a:r>
              <a:rPr lang="fi-FI" dirty="0"/>
              <a:t> </a:t>
            </a:r>
            <a:r>
              <a:rPr lang="fi-FI" dirty="0" err="1"/>
              <a:t>paste</a:t>
            </a:r>
            <a:endParaRPr lang="fi-FI" dirty="0">
              <a:cs typeface="Arial"/>
            </a:endParaRPr>
          </a:p>
          <a:p>
            <a:pPr lvl="2"/>
            <a:r>
              <a:rPr lang="fi-FI" dirty="0"/>
              <a:t>LF-MEDIUM profile; preheat 170deg C for 160 s, reflow 265 deg 120 s, cool to 90 deg</a:t>
            </a:r>
            <a:endParaRPr lang="en-US" dirty="0"/>
          </a:p>
        </p:txBody>
      </p:sp>
      <p:pic>
        <p:nvPicPr>
          <p:cNvPr id="4" name="Picture 7" descr="Integrated time/pressure dispenser">
            <a:extLst>
              <a:ext uri="{FF2B5EF4-FFF2-40B4-BE49-F238E27FC236}">
                <a16:creationId xmlns:a16="http://schemas.microsoft.com/office/drawing/2014/main" id="{8F974198-F35D-39D1-57E8-DC8B49B9ADD4}"/>
              </a:ext>
            </a:extLst>
          </p:cNvPr>
          <p:cNvPicPr>
            <a:picLocks noChangeAspect="1" noChangeArrowheads="1"/>
          </p:cNvPicPr>
          <p:nvPr/>
        </p:nvPicPr>
        <p:blipFill>
          <a:blip r:embed="rId2" cstate="print"/>
          <a:srcRect/>
          <a:stretch>
            <a:fillRect/>
          </a:stretch>
        </p:blipFill>
        <p:spPr bwMode="auto">
          <a:xfrm>
            <a:off x="7146286" y="2382425"/>
            <a:ext cx="1890210" cy="1267163"/>
          </a:xfrm>
          <a:prstGeom prst="rect">
            <a:avLst/>
          </a:prstGeom>
          <a:noFill/>
          <a:ln w="9525">
            <a:noFill/>
            <a:miter lim="800000"/>
            <a:headEnd/>
            <a:tailEnd/>
          </a:ln>
        </p:spPr>
      </p:pic>
      <p:pic>
        <p:nvPicPr>
          <p:cNvPr id="5" name="Picture 4">
            <a:extLst>
              <a:ext uri="{FF2B5EF4-FFF2-40B4-BE49-F238E27FC236}">
                <a16:creationId xmlns:a16="http://schemas.microsoft.com/office/drawing/2014/main" id="{7E40B844-3024-0160-396C-AF122C1104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9431" y="3903565"/>
            <a:ext cx="1623920" cy="1267163"/>
          </a:xfrm>
          <a:prstGeom prst="rect">
            <a:avLst/>
          </a:prstGeom>
        </p:spPr>
      </p:pic>
    </p:spTree>
    <p:extLst>
      <p:ext uri="{BB962C8B-B14F-4D97-AF65-F5344CB8AC3E}">
        <p14:creationId xmlns:p14="http://schemas.microsoft.com/office/powerpoint/2010/main" val="2915216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F2FB8-FB36-4E19-2052-97CCC08CC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4701A-F3C0-2521-641A-794F6E3AC809}"/>
              </a:ext>
            </a:extLst>
          </p:cNvPr>
          <p:cNvSpPr>
            <a:spLocks noGrp="1"/>
          </p:cNvSpPr>
          <p:nvPr>
            <p:ph type="title"/>
          </p:nvPr>
        </p:nvSpPr>
        <p:spPr>
          <a:xfrm>
            <a:off x="1485900" y="2428875"/>
            <a:ext cx="6172200" cy="857250"/>
          </a:xfrm>
        </p:spPr>
        <p:txBody>
          <a:bodyPr/>
          <a:lstStyle/>
          <a:p>
            <a:r>
              <a:rPr lang="fi-FI" dirty="0"/>
              <a:t>Hardware </a:t>
            </a:r>
            <a:r>
              <a:rPr lang="fi-FI" dirty="0" err="1"/>
              <a:t>testing</a:t>
            </a:r>
            <a:endParaRPr lang="fi-FI" dirty="0"/>
          </a:p>
        </p:txBody>
      </p:sp>
    </p:spTree>
    <p:extLst>
      <p:ext uri="{BB962C8B-B14F-4D97-AF65-F5344CB8AC3E}">
        <p14:creationId xmlns:p14="http://schemas.microsoft.com/office/powerpoint/2010/main" val="2376021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822B-2D42-363D-9B5F-107EC7DCA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C3D4C-EC3D-EF2A-9FFF-DEBC8C2D99F7}"/>
              </a:ext>
            </a:extLst>
          </p:cNvPr>
          <p:cNvSpPr>
            <a:spLocks noGrp="1"/>
          </p:cNvSpPr>
          <p:nvPr>
            <p:ph type="title"/>
          </p:nvPr>
        </p:nvSpPr>
        <p:spPr>
          <a:xfrm>
            <a:off x="1485900" y="370113"/>
            <a:ext cx="6172200" cy="381154"/>
          </a:xfrm>
        </p:spPr>
        <p:txBody>
          <a:bodyPr/>
          <a:lstStyle/>
          <a:p>
            <a:r>
              <a:rPr lang="en-US" dirty="0"/>
              <a:t>Electrical testing</a:t>
            </a:r>
          </a:p>
        </p:txBody>
      </p:sp>
      <p:sp>
        <p:nvSpPr>
          <p:cNvPr id="3" name="Content Placeholder 2">
            <a:extLst>
              <a:ext uri="{FF2B5EF4-FFF2-40B4-BE49-F238E27FC236}">
                <a16:creationId xmlns:a16="http://schemas.microsoft.com/office/drawing/2014/main" id="{F820559D-3FC2-8AE2-C954-4B763E032585}"/>
              </a:ext>
            </a:extLst>
          </p:cNvPr>
          <p:cNvSpPr>
            <a:spLocks noGrp="1"/>
          </p:cNvSpPr>
          <p:nvPr>
            <p:ph idx="1"/>
          </p:nvPr>
        </p:nvSpPr>
        <p:spPr>
          <a:xfrm>
            <a:off x="1485900" y="751266"/>
            <a:ext cx="6172200" cy="4536504"/>
          </a:xfrm>
        </p:spPr>
        <p:txBody>
          <a:bodyPr/>
          <a:lstStyle/>
          <a:p>
            <a:r>
              <a:rPr lang="en-US" dirty="0"/>
              <a:t>Visually inspect the PCB is free of soldering faults (reflow oven) and check conductivity of all the traces, vias, and pads with a multimeter</a:t>
            </a:r>
          </a:p>
          <a:p>
            <a:r>
              <a:rPr lang="en-US" dirty="0"/>
              <a:t>Check that only designed for connections exist on PCB</a:t>
            </a:r>
          </a:p>
          <a:p>
            <a:pPr lvl="1"/>
            <a:r>
              <a:rPr lang="en-US" dirty="0"/>
              <a:t>Traces, planes, pads, vias</a:t>
            </a:r>
          </a:p>
          <a:p>
            <a:pPr lvl="1"/>
            <a:r>
              <a:rPr lang="en-US" dirty="0"/>
              <a:t>Supply lines and ground</a:t>
            </a:r>
          </a:p>
          <a:p>
            <a:r>
              <a:rPr lang="en-US" dirty="0"/>
              <a:t>Powering up</a:t>
            </a:r>
          </a:p>
          <a:p>
            <a:pPr lvl="1"/>
            <a:r>
              <a:rPr lang="en-US" dirty="0"/>
              <a:t>Use laboratory power supply</a:t>
            </a:r>
          </a:p>
          <a:p>
            <a:pPr lvl="1"/>
            <a:r>
              <a:rPr lang="en-US" dirty="0"/>
              <a:t>Set current limit before powering up!</a:t>
            </a:r>
          </a:p>
          <a:p>
            <a:r>
              <a:rPr lang="en-US" dirty="0"/>
              <a:t>After powering up</a:t>
            </a:r>
          </a:p>
          <a:p>
            <a:pPr lvl="1"/>
            <a:r>
              <a:rPr lang="en-US" dirty="0"/>
              <a:t>Observe and evaluate current consumption</a:t>
            </a:r>
          </a:p>
          <a:p>
            <a:pPr lvl="1"/>
            <a:r>
              <a:rPr lang="en-US" dirty="0"/>
              <a:t>Check voltages at supply connectors, voltage regulators</a:t>
            </a:r>
          </a:p>
          <a:p>
            <a:pPr lvl="1"/>
            <a:r>
              <a:rPr lang="en-US" dirty="0"/>
              <a:t>Supply voltages at components’ leads/ legs</a:t>
            </a:r>
          </a:p>
          <a:p>
            <a:r>
              <a:rPr lang="en-US" dirty="0"/>
              <a:t>Assembly and test a single functional part at a time, start from power supply sections (hand soldering)</a:t>
            </a:r>
          </a:p>
          <a:p>
            <a:r>
              <a:rPr lang="en-US" dirty="0"/>
              <a:t>Test that each part of the design/ implementation is functional before adding next one</a:t>
            </a:r>
            <a:endParaRPr lang="en-US" dirty="0">
              <a:solidFill>
                <a:srgbClr val="FF0000"/>
              </a:solidFill>
            </a:endParaRPr>
          </a:p>
          <a:p>
            <a:endParaRPr lang="en-US" dirty="0"/>
          </a:p>
        </p:txBody>
      </p:sp>
    </p:spTree>
    <p:extLst>
      <p:ext uri="{BB962C8B-B14F-4D97-AF65-F5344CB8AC3E}">
        <p14:creationId xmlns:p14="http://schemas.microsoft.com/office/powerpoint/2010/main" val="25752408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A7D18-2924-1616-8B7B-460D82915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DDA84-ED3C-7453-F251-29D59D069C3B}"/>
              </a:ext>
            </a:extLst>
          </p:cNvPr>
          <p:cNvSpPr>
            <a:spLocks noGrp="1"/>
          </p:cNvSpPr>
          <p:nvPr>
            <p:ph type="title"/>
          </p:nvPr>
        </p:nvSpPr>
        <p:spPr>
          <a:xfrm>
            <a:off x="1485900" y="2428875"/>
            <a:ext cx="6172200" cy="857250"/>
          </a:xfrm>
        </p:spPr>
        <p:txBody>
          <a:bodyPr/>
          <a:lstStyle/>
          <a:p>
            <a:r>
              <a:rPr lang="fi-FI" dirty="0" err="1"/>
              <a:t>Casing</a:t>
            </a:r>
            <a:endParaRPr lang="fi-FI" dirty="0"/>
          </a:p>
        </p:txBody>
      </p:sp>
    </p:spTree>
    <p:extLst>
      <p:ext uri="{BB962C8B-B14F-4D97-AF65-F5344CB8AC3E}">
        <p14:creationId xmlns:p14="http://schemas.microsoft.com/office/powerpoint/2010/main" val="18703106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485900" y="1075302"/>
            <a:ext cx="6172200" cy="4050450"/>
          </a:xfrm>
        </p:spPr>
        <p:txBody>
          <a:bodyPr/>
          <a:lstStyle/>
          <a:p>
            <a:pPr eaLnBrk="1" hangingPunct="1">
              <a:lnSpc>
                <a:spcPct val="80000"/>
              </a:lnSpc>
              <a:buFontTx/>
              <a:buNone/>
            </a:pPr>
            <a:r>
              <a:rPr lang="en-US" sz="1350" dirty="0"/>
              <a:t>There are many CAD software available for making 3D-models</a:t>
            </a:r>
          </a:p>
          <a:p>
            <a:pPr eaLnBrk="1" hangingPunct="1">
              <a:lnSpc>
                <a:spcPct val="80000"/>
              </a:lnSpc>
            </a:pPr>
            <a:r>
              <a:rPr lang="en-US" sz="1350" dirty="0"/>
              <a:t>Simple part design can be done, for example with </a:t>
            </a:r>
            <a:r>
              <a:rPr lang="en-US" sz="1350" dirty="0" err="1"/>
              <a:t>FreeCAD</a:t>
            </a:r>
            <a:endParaRPr lang="en-US" sz="1350" dirty="0"/>
          </a:p>
          <a:p>
            <a:pPr marL="556895" lvl="1" indent="-213995" eaLnBrk="1" hangingPunct="1">
              <a:lnSpc>
                <a:spcPct val="80000"/>
              </a:lnSpc>
            </a:pPr>
            <a:r>
              <a:rPr lang="en-US" sz="1350" dirty="0">
                <a:hlinkClick r:id="rId2"/>
              </a:rPr>
              <a:t>https://www.freecad.org</a:t>
            </a:r>
            <a:endParaRPr lang="en-US" sz="1350" dirty="0">
              <a:cs typeface="Arial"/>
            </a:endParaRPr>
          </a:p>
          <a:p>
            <a:pPr marL="556895" lvl="1" indent="-213995" eaLnBrk="1" hangingPunct="1">
              <a:lnSpc>
                <a:spcPct val="80000"/>
              </a:lnSpc>
            </a:pPr>
            <a:r>
              <a:rPr lang="en-US" sz="1350" dirty="0"/>
              <a:t>Basically, cut and combine blocks using Boolean operations between basic shapes to mold the simple shape you want (if not experienced, just try using cubes and cylinders)</a:t>
            </a:r>
            <a:endParaRPr lang="en-US" sz="1350" dirty="0">
              <a:cs typeface="Arial"/>
            </a:endParaRPr>
          </a:p>
          <a:p>
            <a:pPr marL="556895" lvl="1" indent="-213995" eaLnBrk="1" hangingPunct="1">
              <a:lnSpc>
                <a:spcPct val="80000"/>
              </a:lnSpc>
            </a:pPr>
            <a:r>
              <a:rPr lang="en-US" sz="1350" dirty="0"/>
              <a:t>Remember to save often! (</a:t>
            </a:r>
            <a:r>
              <a:rPr lang="en-US" sz="1350" dirty="0" err="1"/>
              <a:t>FreeCAD</a:t>
            </a:r>
            <a:r>
              <a:rPr lang="en-US" sz="1350" dirty="0"/>
              <a:t> tends to be tricky with correction &amp; undo functionality)</a:t>
            </a:r>
            <a:endParaRPr lang="en-US" sz="1350" dirty="0">
              <a:cs typeface="Arial"/>
            </a:endParaRPr>
          </a:p>
          <a:p>
            <a:pPr marL="556895" lvl="1" indent="-213995" eaLnBrk="1" hangingPunct="1">
              <a:lnSpc>
                <a:spcPct val="80000"/>
              </a:lnSpc>
            </a:pPr>
            <a:r>
              <a:rPr lang="en-US" sz="1350" dirty="0"/>
              <a:t>Design your model so that usage of structural supports is minimized</a:t>
            </a:r>
            <a:endParaRPr lang="en-US" sz="1350" dirty="0">
              <a:cs typeface="Arial"/>
            </a:endParaRPr>
          </a:p>
          <a:p>
            <a:pPr lvl="2" eaLnBrk="1" hangingPunct="1">
              <a:lnSpc>
                <a:spcPct val="80000"/>
              </a:lnSpc>
            </a:pPr>
            <a:r>
              <a:rPr lang="en-US" sz="1350" dirty="0"/>
              <a:t>I.e. minimize the amount of overhangs with high slope angle</a:t>
            </a:r>
          </a:p>
          <a:p>
            <a:pPr lvl="2" eaLnBrk="1" hangingPunct="1">
              <a:lnSpc>
                <a:spcPct val="80000"/>
              </a:lnSpc>
            </a:pPr>
            <a:r>
              <a:rPr lang="en-US" sz="1350" dirty="0"/>
              <a:t>Most basic 3D-printers can struggle with some complicated shapes</a:t>
            </a:r>
          </a:p>
          <a:p>
            <a:pPr eaLnBrk="1" hangingPunct="1">
              <a:lnSpc>
                <a:spcPct val="80000"/>
              </a:lnSpc>
            </a:pPr>
            <a:r>
              <a:rPr lang="en-US" sz="1350" dirty="0"/>
              <a:t>There exists plenty of other offline and online modeling CAD software, as long as the editor can output the model in STL-file format</a:t>
            </a:r>
          </a:p>
          <a:p>
            <a:pPr marL="0" indent="0" eaLnBrk="1" hangingPunct="1">
              <a:lnSpc>
                <a:spcPct val="80000"/>
              </a:lnSpc>
              <a:buNone/>
            </a:pPr>
            <a:endParaRPr lang="en-US" sz="1350" dirty="0"/>
          </a:p>
          <a:p>
            <a:pPr marL="0" indent="0" eaLnBrk="1" hangingPunct="1">
              <a:lnSpc>
                <a:spcPct val="80000"/>
              </a:lnSpc>
              <a:buNone/>
            </a:pPr>
            <a:r>
              <a:rPr lang="en-US" sz="1350" dirty="0"/>
              <a:t>For 3D printing:</a:t>
            </a:r>
          </a:p>
          <a:p>
            <a:pPr eaLnBrk="1" hangingPunct="1">
              <a:lnSpc>
                <a:spcPct val="80000"/>
              </a:lnSpc>
            </a:pPr>
            <a:r>
              <a:rPr lang="en-US" sz="1350" dirty="0"/>
              <a:t>The STL-file can be imported to the slicing software used to generate G-code (Geometric code) for the 3D-printer</a:t>
            </a:r>
          </a:p>
          <a:p>
            <a:pPr eaLnBrk="1" hangingPunct="1">
              <a:lnSpc>
                <a:spcPct val="80000"/>
              </a:lnSpc>
            </a:pPr>
            <a:r>
              <a:rPr lang="en-US" sz="1350" dirty="0"/>
              <a:t>Printers are available in Fab Lab, but in case of an emergency, we may be able to do printing in our robot laboratory printers.</a:t>
            </a:r>
            <a:endParaRPr lang="en-US" sz="1350" dirty="0">
              <a:cs typeface="Arial"/>
            </a:endParaRPr>
          </a:p>
        </p:txBody>
      </p:sp>
      <p:sp>
        <p:nvSpPr>
          <p:cNvPr id="3" name="Title 1"/>
          <p:cNvSpPr>
            <a:spLocks noGrp="1"/>
          </p:cNvSpPr>
          <p:nvPr>
            <p:ph type="title"/>
          </p:nvPr>
        </p:nvSpPr>
        <p:spPr>
          <a:xfrm>
            <a:off x="1485900" y="491728"/>
            <a:ext cx="6172200" cy="475562"/>
          </a:xfrm>
        </p:spPr>
        <p:txBody>
          <a:bodyPr/>
          <a:lstStyle/>
          <a:p>
            <a:r>
              <a:rPr lang="en-US" dirty="0"/>
              <a:t>3D printing (optional)</a:t>
            </a:r>
          </a:p>
        </p:txBody>
      </p:sp>
    </p:spTree>
    <p:extLst>
      <p:ext uri="{BB962C8B-B14F-4D97-AF65-F5344CB8AC3E}">
        <p14:creationId xmlns:p14="http://schemas.microsoft.com/office/powerpoint/2010/main" val="1083527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F035B-E185-86BD-832E-5806B616B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4E041-F579-0035-AA02-787B9E49F97B}"/>
              </a:ext>
            </a:extLst>
          </p:cNvPr>
          <p:cNvSpPr>
            <a:spLocks noGrp="1"/>
          </p:cNvSpPr>
          <p:nvPr>
            <p:ph type="title"/>
          </p:nvPr>
        </p:nvSpPr>
        <p:spPr>
          <a:xfrm>
            <a:off x="1485900" y="2428875"/>
            <a:ext cx="6172200" cy="857250"/>
          </a:xfrm>
        </p:spPr>
        <p:txBody>
          <a:bodyPr/>
          <a:lstStyle/>
          <a:p>
            <a:r>
              <a:rPr lang="fi-FI" dirty="0"/>
              <a:t>Project </a:t>
            </a:r>
            <a:r>
              <a:rPr lang="fi-FI" dirty="0" err="1"/>
              <a:t>budget</a:t>
            </a:r>
            <a:r>
              <a:rPr lang="fi-FI" dirty="0"/>
              <a:t> and HW </a:t>
            </a:r>
            <a:r>
              <a:rPr lang="fi-FI" dirty="0" err="1"/>
              <a:t>ownership</a:t>
            </a:r>
            <a:endParaRPr lang="fi-FI" dirty="0"/>
          </a:p>
        </p:txBody>
      </p:sp>
    </p:spTree>
    <p:extLst>
      <p:ext uri="{BB962C8B-B14F-4D97-AF65-F5344CB8AC3E}">
        <p14:creationId xmlns:p14="http://schemas.microsoft.com/office/powerpoint/2010/main" val="4529353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491728"/>
            <a:ext cx="6172200" cy="475562"/>
          </a:xfrm>
        </p:spPr>
        <p:txBody>
          <a:bodyPr/>
          <a:lstStyle/>
          <a:p>
            <a:r>
              <a:rPr lang="fi-FI" dirty="0"/>
              <a:t>Project </a:t>
            </a:r>
            <a:r>
              <a:rPr lang="fi-FI" dirty="0" err="1"/>
              <a:t>budget</a:t>
            </a:r>
            <a:r>
              <a:rPr lang="fi-FI" dirty="0"/>
              <a:t> and HW </a:t>
            </a:r>
            <a:r>
              <a:rPr lang="fi-FI" dirty="0" err="1"/>
              <a:t>ownership</a:t>
            </a:r>
            <a:endParaRPr lang="fi-FI" dirty="0"/>
          </a:p>
        </p:txBody>
      </p:sp>
      <p:sp>
        <p:nvSpPr>
          <p:cNvPr id="3" name="Content Placeholder 2"/>
          <p:cNvSpPr>
            <a:spLocks noGrp="1"/>
          </p:cNvSpPr>
          <p:nvPr>
            <p:ph idx="1"/>
          </p:nvPr>
        </p:nvSpPr>
        <p:spPr>
          <a:xfrm>
            <a:off x="1485900" y="967290"/>
            <a:ext cx="6172200" cy="4104456"/>
          </a:xfrm>
        </p:spPr>
        <p:txBody>
          <a:bodyPr/>
          <a:lstStyle/>
          <a:p>
            <a:r>
              <a:rPr lang="fi-FI" dirty="0" err="1"/>
              <a:t>Try</a:t>
            </a:r>
            <a:r>
              <a:rPr lang="fi-FI" dirty="0"/>
              <a:t> to </a:t>
            </a:r>
            <a:r>
              <a:rPr lang="fi-FI" dirty="0" err="1"/>
              <a:t>keep</a:t>
            </a:r>
            <a:r>
              <a:rPr lang="fi-FI" dirty="0"/>
              <a:t> </a:t>
            </a:r>
            <a:r>
              <a:rPr lang="fi-FI" dirty="0" err="1"/>
              <a:t>the</a:t>
            </a:r>
            <a:r>
              <a:rPr lang="fi-FI" dirty="0"/>
              <a:t> </a:t>
            </a:r>
            <a:r>
              <a:rPr lang="fi-FI" dirty="0" err="1"/>
              <a:t>price</a:t>
            </a:r>
            <a:r>
              <a:rPr lang="fi-FI" dirty="0"/>
              <a:t> of </a:t>
            </a:r>
            <a:r>
              <a:rPr lang="fi-FI" dirty="0" err="1"/>
              <a:t>your</a:t>
            </a:r>
            <a:r>
              <a:rPr lang="fi-FI" dirty="0"/>
              <a:t> </a:t>
            </a:r>
            <a:r>
              <a:rPr lang="fi-FI" dirty="0" err="1"/>
              <a:t>board</a:t>
            </a:r>
            <a:r>
              <a:rPr lang="fi-FI" dirty="0"/>
              <a:t> as </a:t>
            </a:r>
            <a:r>
              <a:rPr lang="fi-FI" dirty="0" err="1"/>
              <a:t>low</a:t>
            </a:r>
            <a:r>
              <a:rPr lang="fi-FI" dirty="0"/>
              <a:t> as </a:t>
            </a:r>
            <a:r>
              <a:rPr lang="fi-FI" dirty="0" err="1"/>
              <a:t>possible</a:t>
            </a:r>
            <a:endParaRPr lang="fi-FI" dirty="0"/>
          </a:p>
          <a:p>
            <a:pPr marL="556895" lvl="1" indent="-213995"/>
            <a:r>
              <a:rPr lang="fi-FI" dirty="0"/>
              <a:t>Preferably less than 80€, after that some negotiating will be necessary.</a:t>
            </a:r>
            <a:endParaRPr lang="fi-FI" dirty="0">
              <a:cs typeface="Arial"/>
            </a:endParaRPr>
          </a:p>
          <a:p>
            <a:pPr lvl="2"/>
            <a:r>
              <a:rPr lang="fi-FI" dirty="0"/>
              <a:t>Be very careful when choosing components that the chosen ones won’t be impacted by some supply chain issues.</a:t>
            </a:r>
          </a:p>
          <a:p>
            <a:r>
              <a:rPr lang="fi-FI" dirty="0"/>
              <a:t>If you pay all of the components yourself, you can keep the board after the course</a:t>
            </a:r>
          </a:p>
          <a:p>
            <a:pPr marL="556895" lvl="1" indent="-213995"/>
            <a:r>
              <a:rPr lang="fi-FI" dirty="0"/>
              <a:t>Otherwise, it needs to be returned to the assistant after the course</a:t>
            </a:r>
            <a:endParaRPr lang="fi-FI" dirty="0">
              <a:cs typeface="Arial"/>
            </a:endParaRPr>
          </a:p>
          <a:p>
            <a:pPr marL="556895" lvl="1" indent="-213995"/>
            <a:r>
              <a:rPr lang="fi-FI" dirty="0"/>
              <a:t>Also, if you have bought some of the components, you can get them back after the course.</a:t>
            </a:r>
            <a:endParaRPr lang="fi-FI" dirty="0">
              <a:cs typeface="Arial"/>
            </a:endParaRPr>
          </a:p>
          <a:p>
            <a:r>
              <a:rPr lang="fi-FI" dirty="0" err="1"/>
              <a:t>After</a:t>
            </a:r>
            <a:r>
              <a:rPr lang="fi-FI" dirty="0"/>
              <a:t> </a:t>
            </a:r>
            <a:r>
              <a:rPr lang="fi-FI" dirty="0" err="1"/>
              <a:t>the</a:t>
            </a:r>
            <a:r>
              <a:rPr lang="fi-FI" dirty="0"/>
              <a:t> </a:t>
            </a:r>
            <a:r>
              <a:rPr lang="fi-FI" dirty="0" err="1"/>
              <a:t>course</a:t>
            </a:r>
            <a:r>
              <a:rPr lang="fi-FI" dirty="0"/>
              <a:t>, </a:t>
            </a:r>
            <a:r>
              <a:rPr lang="fi-FI" dirty="0" err="1"/>
              <a:t>all</a:t>
            </a:r>
            <a:r>
              <a:rPr lang="fi-FI" dirty="0"/>
              <a:t> hardware </a:t>
            </a:r>
            <a:r>
              <a:rPr lang="fi-FI" dirty="0" err="1"/>
              <a:t>borrowed</a:t>
            </a:r>
            <a:r>
              <a:rPr lang="fi-FI" dirty="0"/>
              <a:t> </a:t>
            </a:r>
            <a:r>
              <a:rPr lang="fi-FI" dirty="0" err="1"/>
              <a:t>from</a:t>
            </a:r>
            <a:r>
              <a:rPr lang="fi-FI" dirty="0"/>
              <a:t> </a:t>
            </a:r>
            <a:r>
              <a:rPr lang="fi-FI" dirty="0" err="1"/>
              <a:t>university</a:t>
            </a:r>
            <a:r>
              <a:rPr lang="fi-FI" dirty="0"/>
              <a:t> </a:t>
            </a:r>
            <a:r>
              <a:rPr lang="fi-FI" dirty="0" err="1"/>
              <a:t>must</a:t>
            </a:r>
            <a:r>
              <a:rPr lang="fi-FI" dirty="0"/>
              <a:t> </a:t>
            </a:r>
            <a:r>
              <a:rPr lang="fi-FI" dirty="0" err="1"/>
              <a:t>be</a:t>
            </a:r>
            <a:r>
              <a:rPr lang="fi-FI" dirty="0"/>
              <a:t> </a:t>
            </a:r>
            <a:r>
              <a:rPr lang="fi-FI" dirty="0" err="1"/>
              <a:t>returned</a:t>
            </a:r>
            <a:r>
              <a:rPr lang="fi-FI" dirty="0"/>
              <a:t> as </a:t>
            </a:r>
            <a:r>
              <a:rPr lang="fi-FI" dirty="0" err="1"/>
              <a:t>well</a:t>
            </a:r>
            <a:endParaRPr lang="fi-FI" dirty="0">
              <a:cs typeface="Arial"/>
            </a:endParaRPr>
          </a:p>
          <a:p>
            <a:pPr marL="556895" lvl="1" indent="-213995"/>
            <a:r>
              <a:rPr lang="fi-FI" dirty="0" err="1"/>
              <a:t>Programmers</a:t>
            </a:r>
            <a:r>
              <a:rPr lang="fi-FI" dirty="0"/>
              <a:t>, </a:t>
            </a:r>
            <a:r>
              <a:rPr lang="fi-FI" dirty="0" err="1"/>
              <a:t>develoment</a:t>
            </a:r>
            <a:r>
              <a:rPr lang="fi-FI" dirty="0"/>
              <a:t> </a:t>
            </a:r>
            <a:r>
              <a:rPr lang="fi-FI" dirty="0" err="1"/>
              <a:t>boards</a:t>
            </a:r>
            <a:r>
              <a:rPr lang="fi-FI" dirty="0"/>
              <a:t>, etc.</a:t>
            </a:r>
            <a:endParaRPr lang="fi-FI" dirty="0">
              <a:cs typeface="Arial"/>
            </a:endParaRPr>
          </a:p>
        </p:txBody>
      </p:sp>
    </p:spTree>
    <p:extLst>
      <p:ext uri="{BB962C8B-B14F-4D97-AF65-F5344CB8AC3E}">
        <p14:creationId xmlns:p14="http://schemas.microsoft.com/office/powerpoint/2010/main" val="26417361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53AF-5228-484C-B50E-488222022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2DEDB-4C67-8B9A-EEC0-6C40A92EF20D}"/>
              </a:ext>
            </a:extLst>
          </p:cNvPr>
          <p:cNvSpPr txBox="1">
            <a:spLocks/>
          </p:cNvSpPr>
          <p:nvPr/>
        </p:nvSpPr>
        <p:spPr bwMode="auto">
          <a:xfrm>
            <a:off x="1485900" y="491729"/>
            <a:ext cx="6172200" cy="85725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n-US" altLang="fi-FI" sz="2400" dirty="0"/>
              <a:t>HW design support</a:t>
            </a:r>
            <a:endParaRPr lang="fi-FI" sz="2400" kern="0" dirty="0"/>
          </a:p>
        </p:txBody>
      </p:sp>
      <p:sp>
        <p:nvSpPr>
          <p:cNvPr id="3" name="Content Placeholder 2">
            <a:extLst>
              <a:ext uri="{FF2B5EF4-FFF2-40B4-BE49-F238E27FC236}">
                <a16:creationId xmlns:a16="http://schemas.microsoft.com/office/drawing/2014/main" id="{B823B465-B3EC-ADA3-CD84-7EC6C8EE0C69}"/>
              </a:ext>
            </a:extLst>
          </p:cNvPr>
          <p:cNvSpPr>
            <a:spLocks noGrp="1"/>
          </p:cNvSpPr>
          <p:nvPr>
            <p:ph idx="1"/>
          </p:nvPr>
        </p:nvSpPr>
        <p:spPr>
          <a:xfrm>
            <a:off x="1485900" y="1485900"/>
            <a:ext cx="6172200" cy="3585846"/>
          </a:xfrm>
        </p:spPr>
        <p:txBody>
          <a:bodyPr/>
          <a:lstStyle/>
          <a:p>
            <a:pPr marL="0" indent="0">
              <a:buNone/>
            </a:pPr>
            <a:r>
              <a:rPr lang="da-DK" sz="1800" dirty="0"/>
              <a:t>Marko Kauppinen</a:t>
            </a:r>
          </a:p>
          <a:p>
            <a:pPr marL="0" indent="0">
              <a:buNone/>
            </a:pPr>
            <a:r>
              <a:rPr lang="da-DK" sz="1800" dirty="0">
                <a:hlinkClick r:id="rId2"/>
              </a:rPr>
              <a:t>marko.kauppinen@oulu.fi</a:t>
            </a:r>
            <a:endParaRPr lang="da-DK" sz="1800" dirty="0"/>
          </a:p>
          <a:p>
            <a:pPr marL="0" indent="0">
              <a:buNone/>
            </a:pPr>
            <a:endParaRPr lang="da-DK" sz="1800" dirty="0"/>
          </a:p>
          <a:p>
            <a:pPr marL="0" indent="0">
              <a:buNone/>
            </a:pPr>
            <a:r>
              <a:rPr lang="fi-FI" sz="1800" dirty="0"/>
              <a:t>Jaakko Huikari</a:t>
            </a:r>
          </a:p>
          <a:p>
            <a:pPr marL="0" indent="0">
              <a:buNone/>
            </a:pPr>
            <a:r>
              <a:rPr lang="fi-FI" sz="1800" dirty="0">
                <a:hlinkClick r:id="rId3"/>
              </a:rPr>
              <a:t>jaakko.huikari@oulu.fi</a:t>
            </a:r>
            <a:endParaRPr lang="fi-FI" sz="1800" dirty="0"/>
          </a:p>
          <a:p>
            <a:pPr marL="0" indent="0">
              <a:buNone/>
            </a:pPr>
            <a:endParaRPr lang="da-DK" sz="1800" dirty="0"/>
          </a:p>
          <a:p>
            <a:pPr marL="0" indent="0">
              <a:buNone/>
            </a:pPr>
            <a:endParaRPr lang="fi-FI" dirty="0"/>
          </a:p>
        </p:txBody>
      </p:sp>
    </p:spTree>
    <p:extLst>
      <p:ext uri="{BB962C8B-B14F-4D97-AF65-F5344CB8AC3E}">
        <p14:creationId xmlns:p14="http://schemas.microsoft.com/office/powerpoint/2010/main" val="25044247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92709-CFAC-DD90-B2B7-1CE8FC0F66A9}"/>
              </a:ext>
            </a:extLst>
          </p:cNvPr>
          <p:cNvSpPr txBox="1">
            <a:spLocks/>
          </p:cNvSpPr>
          <p:nvPr/>
        </p:nvSpPr>
        <p:spPr bwMode="auto">
          <a:xfrm>
            <a:off x="1485900" y="491729"/>
            <a:ext cx="6172200" cy="85725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n-US" altLang="fi-FI" sz="2400" dirty="0"/>
              <a:t>Discussion</a:t>
            </a:r>
            <a:endParaRPr lang="fi-FI" sz="2400" kern="0" dirty="0"/>
          </a:p>
        </p:txBody>
      </p:sp>
      <p:sp>
        <p:nvSpPr>
          <p:cNvPr id="3" name="Content Placeholder 2">
            <a:extLst>
              <a:ext uri="{FF2B5EF4-FFF2-40B4-BE49-F238E27FC236}">
                <a16:creationId xmlns:a16="http://schemas.microsoft.com/office/drawing/2014/main" id="{6E1B6D6A-70A7-F2A1-AB6F-46C7C448B19B}"/>
              </a:ext>
            </a:extLst>
          </p:cNvPr>
          <p:cNvSpPr>
            <a:spLocks noGrp="1"/>
          </p:cNvSpPr>
          <p:nvPr>
            <p:ph idx="1"/>
          </p:nvPr>
        </p:nvSpPr>
        <p:spPr>
          <a:xfrm>
            <a:off x="1485900" y="1485900"/>
            <a:ext cx="6172200" cy="3585846"/>
          </a:xfrm>
        </p:spPr>
        <p:txBody>
          <a:bodyPr/>
          <a:lstStyle/>
          <a:p>
            <a:r>
              <a:rPr lang="fi-FI" dirty="0" err="1"/>
              <a:t>Questions</a:t>
            </a:r>
            <a:r>
              <a:rPr lang="fi-FI" dirty="0"/>
              <a:t>?</a:t>
            </a:r>
          </a:p>
          <a:p>
            <a:r>
              <a:rPr lang="fi-FI" dirty="0" err="1"/>
              <a:t>Comments</a:t>
            </a:r>
            <a:r>
              <a:rPr lang="fi-FI" dirty="0"/>
              <a:t>?</a:t>
            </a:r>
          </a:p>
          <a:p>
            <a:r>
              <a:rPr lang="fi-FI" dirty="0" err="1"/>
              <a:t>Other</a:t>
            </a:r>
            <a:r>
              <a:rPr lang="fi-FI" dirty="0"/>
              <a:t>?</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19499</TotalTime>
  <Words>4578</Words>
  <Application>Microsoft Office PowerPoint</Application>
  <PresentationFormat>On-screen Show (16:10)</PresentationFormat>
  <Paragraphs>681</Paragraphs>
  <Slides>58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58</vt:i4>
      </vt:variant>
    </vt:vector>
  </HeadingPairs>
  <TitlesOfParts>
    <vt:vector size="60" baseType="lpstr">
      <vt:lpstr>Arial</vt:lpstr>
      <vt:lpstr>Default Design</vt:lpstr>
      <vt:lpstr>PowerPoint Presentation</vt:lpstr>
      <vt:lpstr>Table of contents</vt:lpstr>
      <vt:lpstr>Design phases</vt:lpstr>
      <vt:lpstr>Achievements in the project so far</vt:lpstr>
      <vt:lpstr>Summary of Phase 2 (1)</vt:lpstr>
      <vt:lpstr>Summary of Phase 2 (2)</vt:lpstr>
      <vt:lpstr>Summary of the main stages, tools and resources</vt:lpstr>
      <vt:lpstr>Electrical circuit simulator</vt:lpstr>
      <vt:lpstr>PowerPoint Presentation</vt:lpstr>
      <vt:lpstr>Initial component selection</vt:lpstr>
      <vt:lpstr>PowerPoint Presentation</vt:lpstr>
      <vt:lpstr>KiCad EDA (Electronics Design Automation)</vt:lpstr>
      <vt:lpstr>PowerPoint Presentation</vt:lpstr>
      <vt:lpstr>PowerPoint Presentation</vt:lpstr>
      <vt:lpstr>PowerPoint Presentation</vt:lpstr>
      <vt:lpstr>KiCad schematic design</vt:lpstr>
      <vt:lpstr>PowerPoint Presentation</vt:lpstr>
      <vt:lpstr>Schematic design rules</vt:lpstr>
      <vt:lpstr>A good schematic diagram</vt:lpstr>
      <vt:lpstr>Practical schematic design, general</vt:lpstr>
      <vt:lpstr>Practical schematic design, symbols</vt:lpstr>
      <vt:lpstr>Practical schematic design, other</vt:lpstr>
      <vt:lpstr>Practical schematic design, other</vt:lpstr>
      <vt:lpstr>Practical schematic design, BOM</vt:lpstr>
      <vt:lpstr>Practical schematic design, electrical</vt:lpstr>
      <vt:lpstr>Electrical Rules Check (ERC)</vt:lpstr>
      <vt:lpstr>Netlist</vt:lpstr>
      <vt:lpstr>Keeping notes and tips for further information</vt:lpstr>
      <vt:lpstr>Ordering components</vt:lpstr>
      <vt:lpstr>PowerPoint Presentation</vt:lpstr>
      <vt:lpstr>PowerPoint Presentation</vt:lpstr>
      <vt:lpstr>KiCAD layout design</vt:lpstr>
      <vt:lpstr>Layout design workflow in a nutshell</vt:lpstr>
      <vt:lpstr>PCB (Printed Circuit Board)</vt:lpstr>
      <vt:lpstr>Professional layout design vs. practices on this course (disclaimer)</vt:lpstr>
      <vt:lpstr>A good layout design</vt:lpstr>
      <vt:lpstr>PCB design rules, confines to design</vt:lpstr>
      <vt:lpstr>Design Rules Check (DRC) and note keeping</vt:lpstr>
      <vt:lpstr>PCB Layout tips, board</vt:lpstr>
      <vt:lpstr>PCB Layout tips, components</vt:lpstr>
      <vt:lpstr>PCB Layout tips, traces, cooling, test pads</vt:lpstr>
      <vt:lpstr>PCB Layout tips, vias, bypassing, ground planes</vt:lpstr>
      <vt:lpstr>PCB Layout tips</vt:lpstr>
      <vt:lpstr>Familiarize yourselves with the following layout design subjects</vt:lpstr>
      <vt:lpstr>Fabrication outputs</vt:lpstr>
      <vt:lpstr>Manufacturing files a.k.a. Gerber files</vt:lpstr>
      <vt:lpstr>PCB fabrication</vt:lpstr>
      <vt:lpstr>Component placement on PCB</vt:lpstr>
      <vt:lpstr>PowerPoint Presentation</vt:lpstr>
      <vt:lpstr>Populating the board</vt:lpstr>
      <vt:lpstr>Hardware testing</vt:lpstr>
      <vt:lpstr>Electrical testing</vt:lpstr>
      <vt:lpstr>Casing</vt:lpstr>
      <vt:lpstr>3D printing (optional)</vt:lpstr>
      <vt:lpstr>Project budget and HW ownership</vt:lpstr>
      <vt:lpstr>Project budget and HW ownership</vt:lpstr>
      <vt:lpstr>PowerPoint Presentation</vt:lpstr>
      <vt:lpstr>PowerPoint Presentation</vt:lpstr>
    </vt:vector>
  </TitlesOfParts>
  <Company>University of Oulu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System Project (521423S)</dc:title>
  <dc:creator>tech</dc:creator>
  <cp:lastModifiedBy>Jaakko Huikari</cp:lastModifiedBy>
  <cp:revision>1208</cp:revision>
  <dcterms:created xsi:type="dcterms:W3CDTF">2008-01-21T13:24:59Z</dcterms:created>
  <dcterms:modified xsi:type="dcterms:W3CDTF">2026-02-19T07:09:20Z</dcterms:modified>
</cp:coreProperties>
</file>